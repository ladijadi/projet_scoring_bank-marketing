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59" r:id="rId7"/>
    <p:sldId id="258" r:id="rId8"/>
    <p:sldId id="266" r:id="rId9"/>
    <p:sldId id="267" r:id="rId10"/>
    <p:sldId id="268" r:id="rId11"/>
    <p:sldId id="265" r:id="rId12"/>
    <p:sldId id="260" r:id="rId13"/>
    <p:sldId id="269" r:id="rId14"/>
    <p:sldId id="270" r:id="rId15"/>
    <p:sldId id="261" r:id="rId16"/>
    <p:sldId id="262" r:id="rId17"/>
    <p:sldId id="263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3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5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List6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0D51337A-31FA-4717-B2BF-9243F96D2B9B}">
      <dgm:prSet phldrT="[Text]"/>
      <dgm:spPr/>
      <dgm:t>
        <a:bodyPr/>
        <a:lstStyle/>
        <a:p>
          <a:r>
            <a: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Contexte</a:t>
          </a:r>
        </a:p>
      </dgm:t>
    </dgm:pt>
    <dgm:pt modelId="{A9294D65-F371-46C8-A624-E557E9DF1A30}" type="parTrans" cxnId="{9E6BB655-7FE4-4F8D-B1D2-F885E60B8754}">
      <dgm:prSet/>
      <dgm:spPr/>
      <dgm:t>
        <a:bodyPr/>
        <a:lstStyle/>
        <a:p>
          <a:endParaRPr lang="en-US"/>
        </a:p>
      </dgm:t>
    </dgm:pt>
    <dgm:pt modelId="{6799645E-F42F-43D8-B2EA-A1377D84D0B3}" type="sibTrans" cxnId="{9E6BB655-7FE4-4F8D-B1D2-F885E60B8754}">
      <dgm:prSet/>
      <dgm:spPr/>
      <dgm:t>
        <a:bodyPr/>
        <a:lstStyle/>
        <a:p>
          <a:endParaRPr lang="en-US"/>
        </a:p>
      </dgm:t>
    </dgm:pt>
    <dgm:pt modelId="{A7F7584C-6CC5-40A2-9566-2842A5DEA97A}">
      <dgm:prSet phldrT="[Text]"/>
      <dgm:spPr/>
      <dgm:t>
        <a:bodyPr/>
        <a:lstStyle/>
        <a:p>
          <a:r>
            <a: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Nature du problème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81272CD-5908-4C17-8E9B-8BF6DCE43C3E}" type="parTrans" cxnId="{F68422C1-CD34-4DED-AA4B-85EFFF4FE933}">
      <dgm:prSet/>
      <dgm:spPr/>
      <dgm:t>
        <a:bodyPr/>
        <a:lstStyle/>
        <a:p>
          <a:endParaRPr lang="en-US"/>
        </a:p>
      </dgm:t>
    </dgm:pt>
    <dgm:pt modelId="{C41ED6A4-512C-48AB-901D-671B73446005}" type="sibTrans" cxnId="{F68422C1-CD34-4DED-AA4B-85EFFF4FE933}">
      <dgm:prSet/>
      <dgm:spPr/>
      <dgm:t>
        <a:bodyPr/>
        <a:lstStyle/>
        <a:p>
          <a:endParaRPr lang="en-US"/>
        </a:p>
      </dgm:t>
    </dgm:pt>
    <dgm:pt modelId="{9D8DAFB6-C744-4BD6-B757-393BF647EBB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3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Classification</a:t>
          </a:r>
          <a:r>
            <a:rPr lang="en-US" sz="2400" b="1" kern="1200" dirty="0"/>
            <a:t> </a:t>
          </a:r>
          <a:r>
            <a:rPr lang="en-US" sz="31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supervisée</a:t>
          </a:r>
          <a:r>
            <a:rPr lang="en-US" sz="3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 </a:t>
          </a:r>
          <a:r>
            <a:rPr lang="en-US" sz="31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binaire</a:t>
          </a:r>
          <a:endParaRPr lang="en-US" sz="31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w Cen MT" panose="020B0602020104020603"/>
            <a:ea typeface="+mn-ea"/>
            <a:cs typeface="+mn-cs"/>
          </a:endParaRPr>
        </a:p>
      </dgm:t>
    </dgm:pt>
    <dgm:pt modelId="{17C1C47E-8D1A-404A-B227-B017391CB5F6}" type="parTrans" cxnId="{56052809-46E4-4445-B520-94004C28BB9D}">
      <dgm:prSet/>
      <dgm:spPr/>
      <dgm:t>
        <a:bodyPr/>
        <a:lstStyle/>
        <a:p>
          <a:endParaRPr lang="en-US"/>
        </a:p>
      </dgm:t>
    </dgm:pt>
    <dgm:pt modelId="{C9B44773-68B1-427B-B9CA-0AEA186B621E}" type="sibTrans" cxnId="{56052809-46E4-4445-B520-94004C28BB9D}">
      <dgm:prSet/>
      <dgm:spPr/>
      <dgm:t>
        <a:bodyPr/>
        <a:lstStyle/>
        <a:p>
          <a:endParaRPr lang="en-US"/>
        </a:p>
      </dgm:t>
    </dgm:pt>
    <dgm:pt modelId="{D4E9C950-881D-439B-9D7F-E37AA6B2EA3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49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Problème</a:t>
          </a:r>
          <a:endParaRPr lang="en-US" sz="49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2C3FD1A-A8E8-431C-A914-C2C1CD116122}" type="parTrans" cxnId="{324AFFAA-F3C5-4E19-A451-8F1E339B7C07}">
      <dgm:prSet/>
      <dgm:spPr/>
      <dgm:t>
        <a:bodyPr/>
        <a:lstStyle/>
        <a:p>
          <a:endParaRPr lang="en-US"/>
        </a:p>
      </dgm:t>
    </dgm:pt>
    <dgm:pt modelId="{A4658EAF-E735-4C02-8757-7B053E4C9849}" type="sibTrans" cxnId="{324AFFAA-F3C5-4E19-A451-8F1E339B7C07}">
      <dgm:prSet/>
      <dgm:spPr/>
      <dgm:t>
        <a:bodyPr/>
        <a:lstStyle/>
        <a:p>
          <a:endParaRPr lang="en-US"/>
        </a:p>
      </dgm:t>
    </dgm:pt>
    <dgm:pt modelId="{1669BA37-B558-46D5-8144-2492FE307BC7}">
      <dgm:prSet/>
      <dgm:spPr/>
      <dgm:t>
        <a:bodyPr/>
        <a:lstStyle/>
        <a:p>
          <a:r>
            <a:rPr lang="fr-FR" dirty="0"/>
            <a:t>Campagnes de marketing direct (appels clients)</a:t>
          </a:r>
          <a:endParaRPr lang="en-US" dirty="0"/>
        </a:p>
      </dgm:t>
    </dgm:pt>
    <dgm:pt modelId="{0553DFF7-D051-443F-B8A7-A98A0E759CFD}" type="parTrans" cxnId="{4F4481F8-C2FE-40E8-B149-7B7E8AD36C44}">
      <dgm:prSet/>
      <dgm:spPr/>
      <dgm:t>
        <a:bodyPr/>
        <a:lstStyle/>
        <a:p>
          <a:endParaRPr lang="en-US"/>
        </a:p>
      </dgm:t>
    </dgm:pt>
    <dgm:pt modelId="{3899B94D-A152-41FF-AFCD-B04860462952}" type="sibTrans" cxnId="{4F4481F8-C2FE-40E8-B149-7B7E8AD36C44}">
      <dgm:prSet/>
      <dgm:spPr/>
      <dgm:t>
        <a:bodyPr/>
        <a:lstStyle/>
        <a:p>
          <a:endParaRPr lang="en-US"/>
        </a:p>
      </dgm:t>
    </dgm:pt>
    <dgm:pt modelId="{25237C45-A6C7-48AD-96E3-3AA39C4B3A82}">
      <dgm:prSet/>
      <dgm:spPr/>
      <dgm:t>
        <a:bodyPr/>
        <a:lstStyle/>
        <a:p>
          <a:r>
            <a:rPr lang="en-US" dirty="0"/>
            <a:t>Objectif : </a:t>
          </a:r>
          <a:r>
            <a:rPr lang="en-US" dirty="0" err="1"/>
            <a:t>améliorer</a:t>
          </a:r>
          <a:r>
            <a:rPr lang="en-US" dirty="0"/>
            <a:t> le </a:t>
          </a:r>
          <a:r>
            <a:rPr lang="en-US" dirty="0" err="1"/>
            <a:t>ciblage</a:t>
          </a:r>
          <a:endParaRPr lang="en-US" dirty="0"/>
        </a:p>
      </dgm:t>
    </dgm:pt>
    <dgm:pt modelId="{8F109CA7-68C8-4CC6-95A6-CFFD46F41E16}" type="parTrans" cxnId="{FC79CDD5-4E00-4059-9EA5-18309BBBBBB5}">
      <dgm:prSet/>
      <dgm:spPr/>
      <dgm:t>
        <a:bodyPr/>
        <a:lstStyle/>
        <a:p>
          <a:endParaRPr lang="en-US"/>
        </a:p>
      </dgm:t>
    </dgm:pt>
    <dgm:pt modelId="{8ABDFF9C-D915-4211-9226-CD04D4C8C2C1}" type="sibTrans" cxnId="{FC79CDD5-4E00-4059-9EA5-18309BBBBBB5}">
      <dgm:prSet/>
      <dgm:spPr/>
      <dgm:t>
        <a:bodyPr/>
        <a:lstStyle/>
        <a:p>
          <a:endParaRPr lang="en-US"/>
        </a:p>
      </dgm:t>
    </dgm:pt>
    <dgm:pt modelId="{8E49ADFB-5DF6-40A2-BBC4-62245E9AA7C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 Variable cible :</a:t>
          </a:r>
          <a:br>
            <a:rPr lang="fr-FR" dirty="0"/>
          </a:br>
          <a:r>
            <a:rPr lang="fr-FR" dirty="0"/>
            <a:t>y = 1 (souscription)</a:t>
          </a:r>
          <a:br>
            <a:rPr lang="fr-FR" dirty="0"/>
          </a:br>
          <a:r>
            <a:rPr lang="fr-FR" dirty="0"/>
            <a:t>y = 0 (non souscription)</a:t>
          </a:r>
          <a:endParaRPr lang="en-US" dirty="0"/>
        </a:p>
      </dgm:t>
    </dgm:pt>
    <dgm:pt modelId="{0623DEEF-BA49-41BA-817C-836C3022A51D}" type="parTrans" cxnId="{81CF89AE-9F21-4624-B51E-0E9C2A45E421}">
      <dgm:prSet/>
      <dgm:spPr/>
      <dgm:t>
        <a:bodyPr/>
        <a:lstStyle/>
        <a:p>
          <a:endParaRPr lang="en-US"/>
        </a:p>
      </dgm:t>
    </dgm:pt>
    <dgm:pt modelId="{32B751C1-7672-4605-A267-92038077207A}" type="sibTrans" cxnId="{81CF89AE-9F21-4624-B51E-0E9C2A45E421}">
      <dgm:prSet/>
      <dgm:spPr/>
      <dgm:t>
        <a:bodyPr/>
        <a:lstStyle/>
        <a:p>
          <a:endParaRPr lang="en-US"/>
        </a:p>
      </dgm:t>
    </dgm:pt>
    <dgm:pt modelId="{0753FCC0-8D51-4E86-8DD8-C0A4FED97829}">
      <dgm:prSet phldrT="[Text]" custT="1"/>
      <dgm:spPr/>
      <dgm:t>
        <a:bodyPr/>
        <a:lstStyle/>
        <a:p>
          <a:pPr>
            <a:buNone/>
          </a:pPr>
          <a:r>
            <a:rPr lang="es-ES" sz="3100" kern="1200" dirty="0"/>
            <a:t>          P(Y=1∣X=x) </a:t>
          </a:r>
          <a:endParaRPr lang="en-US" sz="31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w Cen MT" panose="020B0602020104020603"/>
            <a:ea typeface="+mn-ea"/>
            <a:cs typeface="+mn-cs"/>
          </a:endParaRPr>
        </a:p>
      </dgm:t>
    </dgm:pt>
    <dgm:pt modelId="{4ED4156D-862C-46A8-B072-BEF690DFDB06}" type="parTrans" cxnId="{CBB84CD3-E6A8-4C6C-A2D5-067E01DD2B80}">
      <dgm:prSet/>
      <dgm:spPr/>
      <dgm:t>
        <a:bodyPr/>
        <a:lstStyle/>
        <a:p>
          <a:endParaRPr lang="en-US"/>
        </a:p>
      </dgm:t>
    </dgm:pt>
    <dgm:pt modelId="{F4049EFC-55B9-40D6-8C5D-D60EEBB5376A}" type="sibTrans" cxnId="{CBB84CD3-E6A8-4C6C-A2D5-067E01DD2B80}">
      <dgm:prSet/>
      <dgm:spPr/>
      <dgm:t>
        <a:bodyPr/>
        <a:lstStyle/>
        <a:p>
          <a:endParaRPr lang="en-US"/>
        </a:p>
      </dgm:t>
    </dgm:pt>
    <dgm:pt modelId="{0E5675D4-8575-4790-B2A0-7611CAA7513F}" type="pres">
      <dgm:prSet presAssocID="{81269538-BFC5-48BB-BEA1-D7AF1F385FD5}" presName="Name0" presStyleCnt="0">
        <dgm:presLayoutVars>
          <dgm:dir/>
          <dgm:animLvl val="lvl"/>
          <dgm:resizeHandles/>
        </dgm:presLayoutVars>
      </dgm:prSet>
      <dgm:spPr/>
    </dgm:pt>
    <dgm:pt modelId="{4538F3D3-C0BD-43E4-A31C-CD0A06703D56}" type="pres">
      <dgm:prSet presAssocID="{0D51337A-31FA-4717-B2BF-9243F96D2B9B}" presName="linNode" presStyleCnt="0"/>
      <dgm:spPr/>
    </dgm:pt>
    <dgm:pt modelId="{01525C5A-F0BA-4574-817F-141EDCA4B0B7}" type="pres">
      <dgm:prSet presAssocID="{0D51337A-31FA-4717-B2BF-9243F96D2B9B}" presName="parentShp" presStyleLbl="node1" presStyleIdx="0" presStyleCnt="3" custLinFactNeighborX="-357">
        <dgm:presLayoutVars>
          <dgm:bulletEnabled val="1"/>
        </dgm:presLayoutVars>
      </dgm:prSet>
      <dgm:spPr/>
    </dgm:pt>
    <dgm:pt modelId="{346679FE-AB05-473C-AC5E-C85FBFA3A1F1}" type="pres">
      <dgm:prSet presAssocID="{0D51337A-31FA-4717-B2BF-9243F96D2B9B}" presName="childShp" presStyleLbl="bgAccFollowNode1" presStyleIdx="0" presStyleCnt="3">
        <dgm:presLayoutVars>
          <dgm:bulletEnabled val="1"/>
        </dgm:presLayoutVars>
      </dgm:prSet>
      <dgm:spPr/>
    </dgm:pt>
    <dgm:pt modelId="{8E8E7A99-92F2-4EDF-BB6D-278309753E41}" type="pres">
      <dgm:prSet presAssocID="{6799645E-F42F-43D8-B2EA-A1377D84D0B3}" presName="spacing" presStyleCnt="0"/>
      <dgm:spPr/>
    </dgm:pt>
    <dgm:pt modelId="{E3D22C63-E2E0-4D37-9C33-9EADA2DC415D}" type="pres">
      <dgm:prSet presAssocID="{D4E9C950-881D-439B-9D7F-E37AA6B2EA3A}" presName="linNode" presStyleCnt="0"/>
      <dgm:spPr/>
    </dgm:pt>
    <dgm:pt modelId="{A2E8B59C-508C-49F3-B18C-D9FA2D26C348}" type="pres">
      <dgm:prSet presAssocID="{D4E9C950-881D-439B-9D7F-E37AA6B2EA3A}" presName="parentShp" presStyleLbl="node1" presStyleIdx="1" presStyleCnt="3">
        <dgm:presLayoutVars>
          <dgm:bulletEnabled val="1"/>
        </dgm:presLayoutVars>
      </dgm:prSet>
      <dgm:spPr/>
    </dgm:pt>
    <dgm:pt modelId="{1C6B4BD5-D640-430C-B0DC-77254AF80677}" type="pres">
      <dgm:prSet presAssocID="{D4E9C950-881D-439B-9D7F-E37AA6B2EA3A}" presName="childShp" presStyleLbl="bgAccFollowNode1" presStyleIdx="1" presStyleCnt="3">
        <dgm:presLayoutVars>
          <dgm:bulletEnabled val="1"/>
        </dgm:presLayoutVars>
      </dgm:prSet>
      <dgm:spPr/>
    </dgm:pt>
    <dgm:pt modelId="{D62EE625-6392-4844-A32F-3A596B26CD8E}" type="pres">
      <dgm:prSet presAssocID="{A4658EAF-E735-4C02-8757-7B053E4C9849}" presName="spacing" presStyleCnt="0"/>
      <dgm:spPr/>
    </dgm:pt>
    <dgm:pt modelId="{9FA0403D-8EC0-469D-AFDD-1E4C133A92A8}" type="pres">
      <dgm:prSet presAssocID="{A7F7584C-6CC5-40A2-9566-2842A5DEA97A}" presName="linNode" presStyleCnt="0"/>
      <dgm:spPr/>
    </dgm:pt>
    <dgm:pt modelId="{8DF525E3-28E6-4A92-BD96-577F41237F51}" type="pres">
      <dgm:prSet presAssocID="{A7F7584C-6CC5-40A2-9566-2842A5DEA97A}" presName="parentShp" presStyleLbl="node1" presStyleIdx="2" presStyleCnt="3">
        <dgm:presLayoutVars>
          <dgm:bulletEnabled val="1"/>
        </dgm:presLayoutVars>
      </dgm:prSet>
      <dgm:spPr/>
    </dgm:pt>
    <dgm:pt modelId="{DAC9BD6E-E99F-4D8C-8E94-4E52F1127EFD}" type="pres">
      <dgm:prSet presAssocID="{A7F7584C-6CC5-40A2-9566-2842A5DEA97A}" presName="childShp" presStyleLbl="bgAccFollowNode1" presStyleIdx="2" presStyleCnt="3" custLinFactNeighborX="536" custLinFactNeighborY="1897">
        <dgm:presLayoutVars>
          <dgm:bulletEnabled val="1"/>
        </dgm:presLayoutVars>
      </dgm:prSet>
      <dgm:spPr/>
    </dgm:pt>
  </dgm:ptLst>
  <dgm:cxnLst>
    <dgm:cxn modelId="{56052809-46E4-4445-B520-94004C28BB9D}" srcId="{A7F7584C-6CC5-40A2-9566-2842A5DEA97A}" destId="{9D8DAFB6-C744-4BD6-B757-393BF647EBB6}" srcOrd="0" destOrd="0" parTransId="{17C1C47E-8D1A-404A-B227-B017391CB5F6}" sibTransId="{C9B44773-68B1-427B-B9CA-0AEA186B621E}"/>
    <dgm:cxn modelId="{1921240A-0C0B-418F-894A-4CD4E74B57F2}" type="presOf" srcId="{0753FCC0-8D51-4E86-8DD8-C0A4FED97829}" destId="{DAC9BD6E-E99F-4D8C-8E94-4E52F1127EFD}" srcOrd="0" destOrd="1" presId="urn:microsoft.com/office/officeart/2005/8/layout/vList6"/>
    <dgm:cxn modelId="{170F7B24-78BC-43FB-A370-4C4EBA35FB49}" type="presOf" srcId="{25237C45-A6C7-48AD-96E3-3AA39C4B3A82}" destId="{346679FE-AB05-473C-AC5E-C85FBFA3A1F1}" srcOrd="0" destOrd="1" presId="urn:microsoft.com/office/officeart/2005/8/layout/vList6"/>
    <dgm:cxn modelId="{886F343A-57C7-4160-8D70-339307FA38E6}" type="presOf" srcId="{1669BA37-B558-46D5-8144-2492FE307BC7}" destId="{346679FE-AB05-473C-AC5E-C85FBFA3A1F1}" srcOrd="0" destOrd="0" presId="urn:microsoft.com/office/officeart/2005/8/layout/vList6"/>
    <dgm:cxn modelId="{7B19F74F-6B2D-48A8-B993-7C7DEBAEC68A}" type="presOf" srcId="{0D51337A-31FA-4717-B2BF-9243F96D2B9B}" destId="{01525C5A-F0BA-4574-817F-141EDCA4B0B7}" srcOrd="0" destOrd="0" presId="urn:microsoft.com/office/officeart/2005/8/layout/vList6"/>
    <dgm:cxn modelId="{BC740672-048D-4A4B-94F8-FEBA7EB3CC5F}" type="presOf" srcId="{81269538-BFC5-48BB-BEA1-D7AF1F385FD5}" destId="{0E5675D4-8575-4790-B2A0-7611CAA7513F}" srcOrd="0" destOrd="0" presId="urn:microsoft.com/office/officeart/2005/8/layout/vList6"/>
    <dgm:cxn modelId="{9E6BB655-7FE4-4F8D-B1D2-F885E60B8754}" srcId="{81269538-BFC5-48BB-BEA1-D7AF1F385FD5}" destId="{0D51337A-31FA-4717-B2BF-9243F96D2B9B}" srcOrd="0" destOrd="0" parTransId="{A9294D65-F371-46C8-A624-E557E9DF1A30}" sibTransId="{6799645E-F42F-43D8-B2EA-A1377D84D0B3}"/>
    <dgm:cxn modelId="{5273B876-DA18-435D-8751-DB1A17459757}" type="presOf" srcId="{D4E9C950-881D-439B-9D7F-E37AA6B2EA3A}" destId="{A2E8B59C-508C-49F3-B18C-D9FA2D26C348}" srcOrd="0" destOrd="0" presId="urn:microsoft.com/office/officeart/2005/8/layout/vList6"/>
    <dgm:cxn modelId="{10AFE5A5-5A14-4772-B219-FEE7FCC1C6C2}" type="presOf" srcId="{A7F7584C-6CC5-40A2-9566-2842A5DEA97A}" destId="{8DF525E3-28E6-4A92-BD96-577F41237F51}" srcOrd="0" destOrd="0" presId="urn:microsoft.com/office/officeart/2005/8/layout/vList6"/>
    <dgm:cxn modelId="{324AFFAA-F3C5-4E19-A451-8F1E339B7C07}" srcId="{81269538-BFC5-48BB-BEA1-D7AF1F385FD5}" destId="{D4E9C950-881D-439B-9D7F-E37AA6B2EA3A}" srcOrd="1" destOrd="0" parTransId="{12C3FD1A-A8E8-431C-A914-C2C1CD116122}" sibTransId="{A4658EAF-E735-4C02-8757-7B053E4C9849}"/>
    <dgm:cxn modelId="{81CF89AE-9F21-4624-B51E-0E9C2A45E421}" srcId="{D4E9C950-881D-439B-9D7F-E37AA6B2EA3A}" destId="{8E49ADFB-5DF6-40A2-BBC4-62245E9AA7C5}" srcOrd="0" destOrd="0" parTransId="{0623DEEF-BA49-41BA-817C-836C3022A51D}" sibTransId="{32B751C1-7672-4605-A267-92038077207A}"/>
    <dgm:cxn modelId="{F68422C1-CD34-4DED-AA4B-85EFFF4FE933}" srcId="{81269538-BFC5-48BB-BEA1-D7AF1F385FD5}" destId="{A7F7584C-6CC5-40A2-9566-2842A5DEA97A}" srcOrd="2" destOrd="0" parTransId="{581272CD-5908-4C17-8E9B-8BF6DCE43C3E}" sibTransId="{C41ED6A4-512C-48AB-901D-671B73446005}"/>
    <dgm:cxn modelId="{CBB84CD3-E6A8-4C6C-A2D5-067E01DD2B80}" srcId="{A7F7584C-6CC5-40A2-9566-2842A5DEA97A}" destId="{0753FCC0-8D51-4E86-8DD8-C0A4FED97829}" srcOrd="1" destOrd="0" parTransId="{4ED4156D-862C-46A8-B072-BEF690DFDB06}" sibTransId="{F4049EFC-55B9-40D6-8C5D-D60EEBB5376A}"/>
    <dgm:cxn modelId="{FC79CDD5-4E00-4059-9EA5-18309BBBBBB5}" srcId="{0D51337A-31FA-4717-B2BF-9243F96D2B9B}" destId="{25237C45-A6C7-48AD-96E3-3AA39C4B3A82}" srcOrd="1" destOrd="0" parTransId="{8F109CA7-68C8-4CC6-95A6-CFFD46F41E16}" sibTransId="{8ABDFF9C-D915-4211-9226-CD04D4C8C2C1}"/>
    <dgm:cxn modelId="{D3535FF7-01E2-47A1-B762-AAAC29CF9D22}" type="presOf" srcId="{9D8DAFB6-C744-4BD6-B757-393BF647EBB6}" destId="{DAC9BD6E-E99F-4D8C-8E94-4E52F1127EFD}" srcOrd="0" destOrd="0" presId="urn:microsoft.com/office/officeart/2005/8/layout/vList6"/>
    <dgm:cxn modelId="{4F4481F8-C2FE-40E8-B149-7B7E8AD36C44}" srcId="{0D51337A-31FA-4717-B2BF-9243F96D2B9B}" destId="{1669BA37-B558-46D5-8144-2492FE307BC7}" srcOrd="0" destOrd="0" parTransId="{0553DFF7-D051-443F-B8A7-A98A0E759CFD}" sibTransId="{3899B94D-A152-41FF-AFCD-B04860462952}"/>
    <dgm:cxn modelId="{58FDC3FF-CC5C-4904-8ED1-E92180F49C98}" type="presOf" srcId="{8E49ADFB-5DF6-40A2-BBC4-62245E9AA7C5}" destId="{1C6B4BD5-D640-430C-B0DC-77254AF80677}" srcOrd="0" destOrd="0" presId="urn:microsoft.com/office/officeart/2005/8/layout/vList6"/>
    <dgm:cxn modelId="{82445248-A742-42DF-BB22-02C234494015}" type="presParOf" srcId="{0E5675D4-8575-4790-B2A0-7611CAA7513F}" destId="{4538F3D3-C0BD-43E4-A31C-CD0A06703D56}" srcOrd="0" destOrd="0" presId="urn:microsoft.com/office/officeart/2005/8/layout/vList6"/>
    <dgm:cxn modelId="{145FF49B-C186-4D55-8C90-A73E5F0994FA}" type="presParOf" srcId="{4538F3D3-C0BD-43E4-A31C-CD0A06703D56}" destId="{01525C5A-F0BA-4574-817F-141EDCA4B0B7}" srcOrd="0" destOrd="0" presId="urn:microsoft.com/office/officeart/2005/8/layout/vList6"/>
    <dgm:cxn modelId="{AE11AD5B-BC5F-4B14-82AC-DEB2B1BF71AE}" type="presParOf" srcId="{4538F3D3-C0BD-43E4-A31C-CD0A06703D56}" destId="{346679FE-AB05-473C-AC5E-C85FBFA3A1F1}" srcOrd="1" destOrd="0" presId="urn:microsoft.com/office/officeart/2005/8/layout/vList6"/>
    <dgm:cxn modelId="{48409018-6DB7-429B-8FEE-04697AD63A53}" type="presParOf" srcId="{0E5675D4-8575-4790-B2A0-7611CAA7513F}" destId="{8E8E7A99-92F2-4EDF-BB6D-278309753E41}" srcOrd="1" destOrd="0" presId="urn:microsoft.com/office/officeart/2005/8/layout/vList6"/>
    <dgm:cxn modelId="{42D46317-CB96-450E-A8C7-9053BF47BEC2}" type="presParOf" srcId="{0E5675D4-8575-4790-B2A0-7611CAA7513F}" destId="{E3D22C63-E2E0-4D37-9C33-9EADA2DC415D}" srcOrd="2" destOrd="0" presId="urn:microsoft.com/office/officeart/2005/8/layout/vList6"/>
    <dgm:cxn modelId="{4721910B-D19D-410D-ACCA-579C479A1E1C}" type="presParOf" srcId="{E3D22C63-E2E0-4D37-9C33-9EADA2DC415D}" destId="{A2E8B59C-508C-49F3-B18C-D9FA2D26C348}" srcOrd="0" destOrd="0" presId="urn:microsoft.com/office/officeart/2005/8/layout/vList6"/>
    <dgm:cxn modelId="{9A1D4CC6-4F3C-423D-A1DC-FBB1B8930848}" type="presParOf" srcId="{E3D22C63-E2E0-4D37-9C33-9EADA2DC415D}" destId="{1C6B4BD5-D640-430C-B0DC-77254AF80677}" srcOrd="1" destOrd="0" presId="urn:microsoft.com/office/officeart/2005/8/layout/vList6"/>
    <dgm:cxn modelId="{B5B21245-E2FC-4940-AAA4-D0186909A784}" type="presParOf" srcId="{0E5675D4-8575-4790-B2A0-7611CAA7513F}" destId="{D62EE625-6392-4844-A32F-3A596B26CD8E}" srcOrd="3" destOrd="0" presId="urn:microsoft.com/office/officeart/2005/8/layout/vList6"/>
    <dgm:cxn modelId="{6F057B10-E0EE-4155-9581-0640D0972470}" type="presParOf" srcId="{0E5675D4-8575-4790-B2A0-7611CAA7513F}" destId="{9FA0403D-8EC0-469D-AFDD-1E4C133A92A8}" srcOrd="4" destOrd="0" presId="urn:microsoft.com/office/officeart/2005/8/layout/vList6"/>
    <dgm:cxn modelId="{8B45F9D5-9BB2-45E9-B060-A16D5E84D848}" type="presParOf" srcId="{9FA0403D-8EC0-469D-AFDD-1E4C133A92A8}" destId="{8DF525E3-28E6-4A92-BD96-577F41237F51}" srcOrd="0" destOrd="0" presId="urn:microsoft.com/office/officeart/2005/8/layout/vList6"/>
    <dgm:cxn modelId="{C6E59F20-952A-4BEC-A201-6E8206C00172}" type="presParOf" srcId="{9FA0403D-8EC0-469D-AFDD-1E4C133A92A8}" destId="{DAC9BD6E-E99F-4D8C-8E94-4E52F1127EFD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hList1" loCatId="list" qsTypeId="urn:microsoft.com/office/officeart/2005/8/quickstyle/3d2" qsCatId="3D" csTypeId="urn:microsoft.com/office/officeart/2005/8/colors/accent6_4" csCatId="accent6" phldr="1"/>
      <dgm:spPr/>
      <dgm:t>
        <a:bodyPr/>
        <a:lstStyle/>
        <a:p>
          <a:endParaRPr lang="en-US"/>
        </a:p>
      </dgm:t>
    </dgm:pt>
    <dgm:pt modelId="{6857B86A-DEC1-407C-A1BB-5BF9ACCBCA6A}">
      <dgm:prSet phldrT="[Text]" custT="1"/>
      <dgm:spPr/>
      <dgm:t>
        <a:bodyPr/>
        <a:lstStyle/>
        <a:p>
          <a:r>
            <a:rPr lang="fr-FR" sz="2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Structure</a:t>
          </a:r>
          <a:endParaRPr lang="en-US" sz="2400" b="1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CA7BF9B-8199-4683-AD57-CB0086659013}" type="parTrans" cxnId="{B12F0503-977A-4B5D-8CB7-420B041FF863}">
      <dgm:prSet/>
      <dgm:spPr/>
      <dgm:t>
        <a:bodyPr/>
        <a:lstStyle/>
        <a:p>
          <a:endParaRPr lang="en-US"/>
        </a:p>
      </dgm:t>
    </dgm:pt>
    <dgm:pt modelId="{F087F24E-A7D7-4DCE-B2A7-9B941289621A}" type="sibTrans" cxnId="{B12F0503-977A-4B5D-8CB7-420B041FF863}">
      <dgm:prSet/>
      <dgm:spPr/>
      <dgm:t>
        <a:bodyPr/>
        <a:lstStyle/>
        <a:p>
          <a:endParaRPr lang="en-US"/>
        </a:p>
      </dgm:t>
    </dgm:pt>
    <dgm:pt modelId="{4C8BFA56-3F75-4CAD-90A3-2F214D699322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fr-FR" dirty="0"/>
            <a:t>41 176 observations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A6E3B20-A734-4412-84CF-0134D93D4B28}" type="parTrans" cxnId="{4CD5FCDD-1F8A-43A3-BD77-CBE3B3864C41}">
      <dgm:prSet/>
      <dgm:spPr/>
      <dgm:t>
        <a:bodyPr/>
        <a:lstStyle/>
        <a:p>
          <a:endParaRPr lang="en-US"/>
        </a:p>
      </dgm:t>
    </dgm:pt>
    <dgm:pt modelId="{7B50916F-B8BA-427F-B9F0-A301E54D7FB3}" type="sibTrans" cxnId="{4CD5FCDD-1F8A-43A3-BD77-CBE3B3864C41}">
      <dgm:prSet/>
      <dgm:spPr/>
      <dgm:t>
        <a:bodyPr/>
        <a:lstStyle/>
        <a:p>
          <a:endParaRPr lang="en-US"/>
        </a:p>
      </dgm:t>
    </dgm:pt>
    <dgm:pt modelId="{ABA77F75-8642-4931-8D7E-BE6C6DB9940D}">
      <dgm:prSet phldrT="[Text]"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Qualité des données</a:t>
          </a:r>
          <a:endParaRPr lang="en-US" sz="2400" b="1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CF9AE1B-B22B-4F91-BFD8-DDBBF762F128}" type="parTrans" cxnId="{D959B3EA-A66A-4B40-901C-93ECD4985A93}">
      <dgm:prSet/>
      <dgm:spPr/>
      <dgm:t>
        <a:bodyPr/>
        <a:lstStyle/>
        <a:p>
          <a:endParaRPr lang="en-US"/>
        </a:p>
      </dgm:t>
    </dgm:pt>
    <dgm:pt modelId="{1A095211-ADB0-42CA-9F24-F1BC942872F3}" type="sibTrans" cxnId="{D959B3EA-A66A-4B40-901C-93ECD4985A93}">
      <dgm:prSet/>
      <dgm:spPr/>
      <dgm:t>
        <a:bodyPr/>
        <a:lstStyle/>
        <a:p>
          <a:endParaRPr lang="en-US"/>
        </a:p>
      </dgm:t>
    </dgm:pt>
    <dgm:pt modelId="{611C3B18-07F8-4A66-9682-97E24AEF6014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fr-FR" dirty="0"/>
            <a:t>Pas de valeurs manquantes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940BF2D-F08A-4150-9A86-173D9242DE8C}" type="parTrans" cxnId="{D5D61B4C-1312-427C-BDCC-013237D8A488}">
      <dgm:prSet/>
      <dgm:spPr/>
      <dgm:t>
        <a:bodyPr/>
        <a:lstStyle/>
        <a:p>
          <a:endParaRPr lang="en-US"/>
        </a:p>
      </dgm:t>
    </dgm:pt>
    <dgm:pt modelId="{477660C6-2B6D-4FB8-B9A3-D555E2082C2A}" type="sibTrans" cxnId="{D5D61B4C-1312-427C-BDCC-013237D8A488}">
      <dgm:prSet/>
      <dgm:spPr/>
      <dgm:t>
        <a:bodyPr/>
        <a:lstStyle/>
        <a:p>
          <a:endParaRPr lang="en-US"/>
        </a:p>
      </dgm:t>
    </dgm:pt>
    <dgm:pt modelId="{DA5DFAD8-E443-4F53-9341-A0903BBBD378}">
      <dgm:prSet phldrT="[Text]"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Familles de variables</a:t>
          </a:r>
          <a:endParaRPr lang="en-US" sz="2400" b="1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6012B3B-01B0-4E7C-A363-0177B95D3DD8}" type="parTrans" cxnId="{0073D4C3-F488-4F79-B637-186FAECF6BAD}">
      <dgm:prSet/>
      <dgm:spPr/>
      <dgm:t>
        <a:bodyPr/>
        <a:lstStyle/>
        <a:p>
          <a:endParaRPr lang="en-US"/>
        </a:p>
      </dgm:t>
    </dgm:pt>
    <dgm:pt modelId="{76D9F54E-47B3-4FE0-B465-AD673964072E}" type="sibTrans" cxnId="{0073D4C3-F488-4F79-B637-186FAECF6BAD}">
      <dgm:prSet/>
      <dgm:spPr/>
      <dgm:t>
        <a:bodyPr/>
        <a:lstStyle/>
        <a:p>
          <a:endParaRPr lang="en-US"/>
        </a:p>
      </dgm:t>
    </dgm:pt>
    <dgm:pt modelId="{6EE89B4E-BAED-4A90-B29D-70AF11256801}">
      <dgm:prSet phldrT="[Text]" custT="1"/>
      <dgm:spPr/>
      <dgm:t>
        <a:bodyPr/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altLang="en-US" sz="2700" kern="1200">
              <a:latin typeface="Tw Cen MT" panose="020B0602020104020603"/>
              <a:ea typeface="+mn-ea"/>
              <a:cs typeface="+mn-cs"/>
            </a:rPr>
            <a:t>socio-démographiques </a:t>
          </a:r>
          <a:endParaRPr lang="en-US" sz="2700" kern="1200" dirty="0">
            <a:latin typeface="Tw Cen MT" panose="020B0602020104020603"/>
            <a:ea typeface="+mn-ea"/>
            <a:cs typeface="+mn-cs"/>
          </a:endParaRPr>
        </a:p>
      </dgm:t>
    </dgm:pt>
    <dgm:pt modelId="{39BF20C7-31E5-452B-8EA2-17224A13C7FB}" type="parTrans" cxnId="{CA949A5F-9945-4C59-A233-D70AFFF70BDA}">
      <dgm:prSet/>
      <dgm:spPr/>
      <dgm:t>
        <a:bodyPr/>
        <a:lstStyle/>
        <a:p>
          <a:endParaRPr lang="en-US"/>
        </a:p>
      </dgm:t>
    </dgm:pt>
    <dgm:pt modelId="{E71503C3-CFB7-4144-AD9F-7A42A87A3A6B}" type="sibTrans" cxnId="{CA949A5F-9945-4C59-A233-D70AFFF70BDA}">
      <dgm:prSet/>
      <dgm:spPr/>
      <dgm:t>
        <a:bodyPr/>
        <a:lstStyle/>
        <a:p>
          <a:endParaRPr lang="en-US"/>
        </a:p>
      </dgm:t>
    </dgm:pt>
    <dgm:pt modelId="{4D7182EC-38B4-4175-8893-D03DAB835D9A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fr-FR" dirty="0"/>
            <a:t>20 variables explicatives</a:t>
          </a:r>
          <a:endParaRPr lang="en-US" dirty="0"/>
        </a:p>
      </dgm:t>
    </dgm:pt>
    <dgm:pt modelId="{4466C4C2-0347-463C-B4E2-5CDBE918724B}" type="parTrans" cxnId="{D33D306D-1F65-41F7-871C-6AE56A4C7210}">
      <dgm:prSet/>
      <dgm:spPr/>
      <dgm:t>
        <a:bodyPr/>
        <a:lstStyle/>
        <a:p>
          <a:endParaRPr lang="en-US"/>
        </a:p>
      </dgm:t>
    </dgm:pt>
    <dgm:pt modelId="{D7D7622B-A1E8-4BD5-A8B6-68BDCB6C6679}" type="sibTrans" cxnId="{D33D306D-1F65-41F7-871C-6AE56A4C7210}">
      <dgm:prSet/>
      <dgm:spPr/>
      <dgm:t>
        <a:bodyPr/>
        <a:lstStyle/>
        <a:p>
          <a:endParaRPr lang="en-US"/>
        </a:p>
      </dgm:t>
    </dgm:pt>
    <dgm:pt modelId="{22D7D1A2-D117-470C-B7AF-55CFA9DFA729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fr-FR"/>
            <a:t>1 variable cible</a:t>
          </a:r>
          <a:endParaRPr lang="en-US" dirty="0"/>
        </a:p>
      </dgm:t>
    </dgm:pt>
    <dgm:pt modelId="{51141560-4014-4713-A78B-C77E892569AB}" type="parTrans" cxnId="{455DA6CD-89D4-474E-9A00-261B09A3B0E4}">
      <dgm:prSet/>
      <dgm:spPr/>
      <dgm:t>
        <a:bodyPr/>
        <a:lstStyle/>
        <a:p>
          <a:endParaRPr lang="en-US"/>
        </a:p>
      </dgm:t>
    </dgm:pt>
    <dgm:pt modelId="{6031AC3D-7F74-4B7E-B9B8-217F04425E6C}" type="sibTrans" cxnId="{455DA6CD-89D4-474E-9A00-261B09A3B0E4}">
      <dgm:prSet/>
      <dgm:spPr/>
      <dgm:t>
        <a:bodyPr/>
        <a:lstStyle/>
        <a:p>
          <a:endParaRPr lang="en-US"/>
        </a:p>
      </dgm:t>
    </dgm:pt>
    <dgm:pt modelId="{EC9A4B11-CCDD-45D1-AA0C-0D24E24F2B83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fr-FR" dirty="0"/>
            <a:t>10 variables numériques</a:t>
          </a:r>
          <a:endParaRPr lang="en-US" dirty="0"/>
        </a:p>
      </dgm:t>
    </dgm:pt>
    <dgm:pt modelId="{17CA82C5-7165-4255-B028-F2BA352D22D2}" type="parTrans" cxnId="{8D9D0E65-741F-4648-BBAC-555AEF573B0A}">
      <dgm:prSet/>
      <dgm:spPr/>
      <dgm:t>
        <a:bodyPr/>
        <a:lstStyle/>
        <a:p>
          <a:endParaRPr lang="en-US"/>
        </a:p>
      </dgm:t>
    </dgm:pt>
    <dgm:pt modelId="{8FB179B9-BE1D-4F69-A91E-321C4F6D1067}" type="sibTrans" cxnId="{8D9D0E65-741F-4648-BBAC-555AEF573B0A}">
      <dgm:prSet/>
      <dgm:spPr/>
      <dgm:t>
        <a:bodyPr/>
        <a:lstStyle/>
        <a:p>
          <a:endParaRPr lang="en-US"/>
        </a:p>
      </dgm:t>
    </dgm:pt>
    <dgm:pt modelId="{8D215DEE-95A2-44DC-9F3B-B49242AF5971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fr-FR" dirty="0"/>
            <a:t>10 variables catégorielles</a:t>
          </a:r>
          <a:endParaRPr lang="en-US" dirty="0"/>
        </a:p>
      </dgm:t>
    </dgm:pt>
    <dgm:pt modelId="{2BB8A8D9-DAC7-4227-80A2-8567F3E4FA26}" type="parTrans" cxnId="{C0E9C7E7-7472-4C24-B21A-6344B9F61569}">
      <dgm:prSet/>
      <dgm:spPr/>
      <dgm:t>
        <a:bodyPr/>
        <a:lstStyle/>
        <a:p>
          <a:endParaRPr lang="en-US"/>
        </a:p>
      </dgm:t>
    </dgm:pt>
    <dgm:pt modelId="{755599E8-004D-44E0-B8FD-8C56C0FA9513}" type="sibTrans" cxnId="{C0E9C7E7-7472-4C24-B21A-6344B9F61569}">
      <dgm:prSet/>
      <dgm:spPr/>
      <dgm:t>
        <a:bodyPr/>
        <a:lstStyle/>
        <a:p>
          <a:endParaRPr lang="en-US"/>
        </a:p>
      </dgm:t>
    </dgm:pt>
    <dgm:pt modelId="{BA8C4F4D-36F4-4B61-86D6-F72C316B3138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fr-FR" dirty="0"/>
            <a:t>12 doublons identifiés</a:t>
          </a:r>
          <a:endParaRPr lang="en-US" dirty="0"/>
        </a:p>
      </dgm:t>
    </dgm:pt>
    <dgm:pt modelId="{8594DD61-2D77-407B-B822-4AA5D5B4E1C3}" type="parTrans" cxnId="{CA2991CC-63CB-4839-AE56-6891CEFCB48D}">
      <dgm:prSet/>
      <dgm:spPr/>
      <dgm:t>
        <a:bodyPr/>
        <a:lstStyle/>
        <a:p>
          <a:endParaRPr lang="en-US"/>
        </a:p>
      </dgm:t>
    </dgm:pt>
    <dgm:pt modelId="{27E0971C-FA57-4EA3-8110-F457B8FEECA4}" type="sibTrans" cxnId="{CA2991CC-63CB-4839-AE56-6891CEFCB48D}">
      <dgm:prSet/>
      <dgm:spPr/>
      <dgm:t>
        <a:bodyPr/>
        <a:lstStyle/>
        <a:p>
          <a:endParaRPr lang="en-US"/>
        </a:p>
      </dgm:t>
    </dgm:pt>
    <dgm:pt modelId="{90129B9F-C553-4B12-898C-5DE350A74447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fr-FR" dirty="0"/>
            <a:t>Valeur “</a:t>
          </a:r>
          <a:r>
            <a:rPr lang="fr-FR" dirty="0" err="1"/>
            <a:t>unknown</a:t>
          </a:r>
          <a:endParaRPr lang="en-US" dirty="0"/>
        </a:p>
      </dgm:t>
    </dgm:pt>
    <dgm:pt modelId="{C7179DE3-3681-406D-B15F-936008A29815}" type="parTrans" cxnId="{FCFE49D7-F157-4D88-A226-32E1E1254664}">
      <dgm:prSet/>
      <dgm:spPr/>
      <dgm:t>
        <a:bodyPr/>
        <a:lstStyle/>
        <a:p>
          <a:endParaRPr lang="en-US"/>
        </a:p>
      </dgm:t>
    </dgm:pt>
    <dgm:pt modelId="{8FBCCE2A-E265-4789-AE47-9E02304E05C6}" type="sibTrans" cxnId="{FCFE49D7-F157-4D88-A226-32E1E1254664}">
      <dgm:prSet/>
      <dgm:spPr/>
      <dgm:t>
        <a:bodyPr/>
        <a:lstStyle/>
        <a:p>
          <a:endParaRPr lang="en-US"/>
        </a:p>
      </dgm:t>
    </dgm:pt>
    <dgm:pt modelId="{09383DC6-7D3E-4BCB-A004-0AB0BE8153D4}">
      <dgm:prSet custT="1"/>
      <dgm:spPr/>
      <dgm:t>
        <a:bodyPr/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altLang="en-US" sz="2700" kern="1200" dirty="0" err="1">
              <a:latin typeface="Tw Cen MT" panose="020B0602020104020603"/>
              <a:ea typeface="+mn-ea"/>
              <a:cs typeface="+mn-cs"/>
            </a:rPr>
            <a:t>campagne</a:t>
          </a:r>
          <a:r>
            <a:rPr lang="en-US" altLang="en-US" sz="2700" kern="1200" dirty="0">
              <a:latin typeface="Tw Cen MT" panose="020B0602020104020603"/>
              <a:ea typeface="+mn-ea"/>
              <a:cs typeface="+mn-cs"/>
            </a:rPr>
            <a:t> </a:t>
          </a:r>
          <a:r>
            <a:rPr lang="en-US" altLang="en-US" sz="2700" kern="1200" dirty="0" err="1">
              <a:latin typeface="Tw Cen MT" panose="020B0602020104020603"/>
              <a:ea typeface="+mn-ea"/>
              <a:cs typeface="+mn-cs"/>
            </a:rPr>
            <a:t>en</a:t>
          </a:r>
          <a:r>
            <a:rPr lang="en-US" altLang="en-US" sz="2700" kern="1200" dirty="0">
              <a:latin typeface="Tw Cen MT" panose="020B0602020104020603"/>
              <a:ea typeface="+mn-ea"/>
              <a:cs typeface="+mn-cs"/>
            </a:rPr>
            <a:t> </a:t>
          </a:r>
          <a:r>
            <a:rPr lang="en-US" altLang="en-US" sz="2700" kern="1200" dirty="0" err="1">
              <a:latin typeface="Tw Cen MT" panose="020B0602020104020603"/>
              <a:ea typeface="+mn-ea"/>
              <a:cs typeface="+mn-cs"/>
            </a:rPr>
            <a:t>cours</a:t>
          </a:r>
          <a:r>
            <a:rPr lang="en-US" altLang="en-US" sz="2700" kern="1200" dirty="0">
              <a:latin typeface="Tw Cen MT" panose="020B0602020104020603"/>
              <a:ea typeface="+mn-ea"/>
              <a:cs typeface="+mn-cs"/>
            </a:rPr>
            <a:t> </a:t>
          </a:r>
        </a:p>
      </dgm:t>
    </dgm:pt>
    <dgm:pt modelId="{70F969D5-AB0C-4C79-AD8F-6BBA4BF9D6F1}" type="parTrans" cxnId="{E0977E10-04E7-4884-AEBF-00D5E7488F7E}">
      <dgm:prSet/>
      <dgm:spPr/>
      <dgm:t>
        <a:bodyPr/>
        <a:lstStyle/>
        <a:p>
          <a:endParaRPr lang="en-US"/>
        </a:p>
      </dgm:t>
    </dgm:pt>
    <dgm:pt modelId="{670F5958-4110-47FD-8396-857CFEE57173}" type="sibTrans" cxnId="{E0977E10-04E7-4884-AEBF-00D5E7488F7E}">
      <dgm:prSet/>
      <dgm:spPr/>
      <dgm:t>
        <a:bodyPr/>
        <a:lstStyle/>
        <a:p>
          <a:endParaRPr lang="en-US"/>
        </a:p>
      </dgm:t>
    </dgm:pt>
    <dgm:pt modelId="{0B3236D9-009F-4E98-8F69-9D0ED524848F}">
      <dgm:prSet custT="1"/>
      <dgm:spPr/>
      <dgm:t>
        <a:bodyPr/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altLang="en-US" sz="2700" kern="1200">
              <a:latin typeface="Tw Cen MT" panose="020B0602020104020603"/>
              <a:ea typeface="+mn-ea"/>
              <a:cs typeface="+mn-cs"/>
            </a:rPr>
            <a:t>historique campagne </a:t>
          </a:r>
          <a:endParaRPr lang="en-US" altLang="en-US" sz="2700" kern="1200" dirty="0">
            <a:latin typeface="Tw Cen MT" panose="020B0602020104020603"/>
            <a:ea typeface="+mn-ea"/>
            <a:cs typeface="+mn-cs"/>
          </a:endParaRPr>
        </a:p>
      </dgm:t>
    </dgm:pt>
    <dgm:pt modelId="{FB1C3185-F286-4B8E-886A-FCFEA2C6A59A}" type="parTrans" cxnId="{09764109-1A1B-41AC-8E65-96BC887F1CE5}">
      <dgm:prSet/>
      <dgm:spPr/>
      <dgm:t>
        <a:bodyPr/>
        <a:lstStyle/>
        <a:p>
          <a:endParaRPr lang="en-US"/>
        </a:p>
      </dgm:t>
    </dgm:pt>
    <dgm:pt modelId="{7EFA796A-B5F0-48BE-8FCF-8D0DE5AD0AD9}" type="sibTrans" cxnId="{09764109-1A1B-41AC-8E65-96BC887F1CE5}">
      <dgm:prSet/>
      <dgm:spPr/>
      <dgm:t>
        <a:bodyPr/>
        <a:lstStyle/>
        <a:p>
          <a:endParaRPr lang="en-US"/>
        </a:p>
      </dgm:t>
    </dgm:pt>
    <dgm:pt modelId="{B22BAD65-BE50-4D5A-9E17-6526BAB4ADE5}">
      <dgm:prSet custT="1"/>
      <dgm:spPr/>
      <dgm:t>
        <a:bodyPr/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altLang="en-US" sz="2700" kern="1200">
              <a:latin typeface="Tw Cen MT" panose="020B0602020104020603"/>
              <a:ea typeface="+mn-ea"/>
              <a:cs typeface="+mn-cs"/>
            </a:rPr>
            <a:t>contexte macroéconomique</a:t>
          </a:r>
          <a:endParaRPr lang="en-US" altLang="en-US" sz="2700" kern="1200" dirty="0">
            <a:latin typeface="Tw Cen MT" panose="020B0602020104020603"/>
            <a:ea typeface="+mn-ea"/>
            <a:cs typeface="+mn-cs"/>
          </a:endParaRPr>
        </a:p>
      </dgm:t>
    </dgm:pt>
    <dgm:pt modelId="{94723DE8-3C3A-4669-A3D9-1C2A2ADD76A8}" type="parTrans" cxnId="{EEFC6149-EDBA-448F-A128-1CE6ED3B27C4}">
      <dgm:prSet/>
      <dgm:spPr/>
      <dgm:t>
        <a:bodyPr/>
        <a:lstStyle/>
        <a:p>
          <a:endParaRPr lang="en-US"/>
        </a:p>
      </dgm:t>
    </dgm:pt>
    <dgm:pt modelId="{C3C78122-AE3C-4C96-98A2-C7DCF3F6BC44}" type="sibTrans" cxnId="{EEFC6149-EDBA-448F-A128-1CE6ED3B27C4}">
      <dgm:prSet/>
      <dgm:spPr/>
      <dgm:t>
        <a:bodyPr/>
        <a:lstStyle/>
        <a:p>
          <a:endParaRPr lang="en-US"/>
        </a:p>
      </dgm:t>
    </dgm:pt>
    <dgm:pt modelId="{DE3F77CF-6A8C-4783-A2CE-00E88C4199CB}" type="pres">
      <dgm:prSet presAssocID="{CF9FC193-7A05-4631-B681-B56EAB543D38}" presName="Name0" presStyleCnt="0">
        <dgm:presLayoutVars>
          <dgm:dir/>
          <dgm:animLvl val="lvl"/>
          <dgm:resizeHandles val="exact"/>
        </dgm:presLayoutVars>
      </dgm:prSet>
      <dgm:spPr/>
    </dgm:pt>
    <dgm:pt modelId="{4E69B62D-7E76-4E06-9330-583771E53BDE}" type="pres">
      <dgm:prSet presAssocID="{6857B86A-DEC1-407C-A1BB-5BF9ACCBCA6A}" presName="composite" presStyleCnt="0"/>
      <dgm:spPr/>
    </dgm:pt>
    <dgm:pt modelId="{F0C1B2C7-0B23-4FE8-AB0F-5877B88532DB}" type="pres">
      <dgm:prSet presAssocID="{6857B86A-DEC1-407C-A1BB-5BF9ACCBCA6A}" presName="parTx" presStyleLbl="alignNode1" presStyleIdx="0" presStyleCnt="3" custLinFactNeighborX="-311" custLinFactNeighborY="-6220">
        <dgm:presLayoutVars>
          <dgm:chMax val="0"/>
          <dgm:chPref val="0"/>
          <dgm:bulletEnabled val="1"/>
        </dgm:presLayoutVars>
      </dgm:prSet>
      <dgm:spPr/>
    </dgm:pt>
    <dgm:pt modelId="{17CA1487-CDD9-4364-92F6-A11DBDAFE16C}" type="pres">
      <dgm:prSet presAssocID="{6857B86A-DEC1-407C-A1BB-5BF9ACCBCA6A}" presName="desTx" presStyleLbl="alignAccFollowNode1" presStyleIdx="0" presStyleCnt="3">
        <dgm:presLayoutVars>
          <dgm:bulletEnabled val="1"/>
        </dgm:presLayoutVars>
      </dgm:prSet>
      <dgm:spPr/>
    </dgm:pt>
    <dgm:pt modelId="{3FA24A66-31D3-4A69-B628-8BE88627B97D}" type="pres">
      <dgm:prSet presAssocID="{F087F24E-A7D7-4DCE-B2A7-9B941289621A}" presName="space" presStyleCnt="0"/>
      <dgm:spPr/>
    </dgm:pt>
    <dgm:pt modelId="{3B158D6E-E3AA-49BB-988A-758B59ED8F3B}" type="pres">
      <dgm:prSet presAssocID="{ABA77F75-8642-4931-8D7E-BE6C6DB9940D}" presName="composite" presStyleCnt="0"/>
      <dgm:spPr/>
    </dgm:pt>
    <dgm:pt modelId="{055A5EAB-EAE0-4501-8649-31F112FF9AD5}" type="pres">
      <dgm:prSet presAssocID="{ABA77F75-8642-4931-8D7E-BE6C6DB9940D}" presName="parTx" presStyleLbl="alignNode1" presStyleIdx="1" presStyleCnt="3" custLinFactNeighborX="707" custLinFactNeighborY="-3777">
        <dgm:presLayoutVars>
          <dgm:chMax val="0"/>
          <dgm:chPref val="0"/>
          <dgm:bulletEnabled val="1"/>
        </dgm:presLayoutVars>
      </dgm:prSet>
      <dgm:spPr/>
    </dgm:pt>
    <dgm:pt modelId="{E4FD5043-5612-43C5-B6AE-CCD431549399}" type="pres">
      <dgm:prSet presAssocID="{ABA77F75-8642-4931-8D7E-BE6C6DB9940D}" presName="desTx" presStyleLbl="alignAccFollowNode1" presStyleIdx="1" presStyleCnt="3" custLinFactNeighborX="621">
        <dgm:presLayoutVars>
          <dgm:bulletEnabled val="1"/>
        </dgm:presLayoutVars>
      </dgm:prSet>
      <dgm:spPr/>
    </dgm:pt>
    <dgm:pt modelId="{3E20F600-AFBC-427F-8295-F096F694BC17}" type="pres">
      <dgm:prSet presAssocID="{1A095211-ADB0-42CA-9F24-F1BC942872F3}" presName="space" presStyleCnt="0"/>
      <dgm:spPr/>
    </dgm:pt>
    <dgm:pt modelId="{173DA3A6-F783-42D4-9ED8-FD330979BCEA}" type="pres">
      <dgm:prSet presAssocID="{DA5DFAD8-E443-4F53-9341-A0903BBBD378}" presName="composite" presStyleCnt="0"/>
      <dgm:spPr/>
    </dgm:pt>
    <dgm:pt modelId="{23D06E36-F688-4B37-8BB8-73015E665B0E}" type="pres">
      <dgm:prSet presAssocID="{DA5DFAD8-E443-4F53-9341-A0903BBBD378}" presName="parTx" presStyleLbl="alignNode1" presStyleIdx="2" presStyleCnt="3" custLinFactNeighborX="932" custLinFactNeighborY="-1244">
        <dgm:presLayoutVars>
          <dgm:chMax val="0"/>
          <dgm:chPref val="0"/>
          <dgm:bulletEnabled val="1"/>
        </dgm:presLayoutVars>
      </dgm:prSet>
      <dgm:spPr/>
    </dgm:pt>
    <dgm:pt modelId="{EA81ED6A-A7EA-4137-A3DC-D16E79F1B938}" type="pres">
      <dgm:prSet presAssocID="{DA5DFAD8-E443-4F53-9341-A0903BBBD378}" presName="desTx" presStyleLbl="alignAccFollowNode1" presStyleIdx="2" presStyleCnt="3" custLinFactNeighborX="-621" custLinFactNeighborY="602">
        <dgm:presLayoutVars>
          <dgm:bulletEnabled val="1"/>
        </dgm:presLayoutVars>
      </dgm:prSet>
      <dgm:spPr/>
    </dgm:pt>
  </dgm:ptLst>
  <dgm:cxnLst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09764109-1A1B-41AC-8E65-96BC887F1CE5}" srcId="{DA5DFAD8-E443-4F53-9341-A0903BBBD378}" destId="{0B3236D9-009F-4E98-8F69-9D0ED524848F}" srcOrd="2" destOrd="0" parTransId="{FB1C3185-F286-4B8E-886A-FCFEA2C6A59A}" sibTransId="{7EFA796A-B5F0-48BE-8FCF-8D0DE5AD0AD9}"/>
    <dgm:cxn modelId="{E0977E10-04E7-4884-AEBF-00D5E7488F7E}" srcId="{DA5DFAD8-E443-4F53-9341-A0903BBBD378}" destId="{09383DC6-7D3E-4BCB-A004-0AB0BE8153D4}" srcOrd="1" destOrd="0" parTransId="{70F969D5-AB0C-4C79-AD8F-6BBA4BF9D6F1}" sibTransId="{670F5958-4110-47FD-8396-857CFEE57173}"/>
    <dgm:cxn modelId="{CA949A5F-9945-4C59-A233-D70AFFF70BDA}" srcId="{DA5DFAD8-E443-4F53-9341-A0903BBBD378}" destId="{6EE89B4E-BAED-4A90-B29D-70AF11256801}" srcOrd="0" destOrd="0" parTransId="{39BF20C7-31E5-452B-8EA2-17224A13C7FB}" sibTransId="{E71503C3-CFB7-4144-AD9F-7A42A87A3A6B}"/>
    <dgm:cxn modelId="{26907D64-A16D-47AD-B4BF-0A22C8D2C6B7}" type="presOf" srcId="{BA8C4F4D-36F4-4B61-86D6-F72C316B3138}" destId="{E4FD5043-5612-43C5-B6AE-CCD431549399}" srcOrd="0" destOrd="1" presId="urn:microsoft.com/office/officeart/2005/8/layout/hList1"/>
    <dgm:cxn modelId="{8D9D0E65-741F-4648-BBAC-555AEF573B0A}" srcId="{6857B86A-DEC1-407C-A1BB-5BF9ACCBCA6A}" destId="{EC9A4B11-CCDD-45D1-AA0C-0D24E24F2B83}" srcOrd="3" destOrd="0" parTransId="{17CA82C5-7165-4255-B028-F2BA352D22D2}" sibTransId="{8FB179B9-BE1D-4F69-A91E-321C4F6D1067}"/>
    <dgm:cxn modelId="{EEFC6149-EDBA-448F-A128-1CE6ED3B27C4}" srcId="{DA5DFAD8-E443-4F53-9341-A0903BBBD378}" destId="{B22BAD65-BE50-4D5A-9E17-6526BAB4ADE5}" srcOrd="3" destOrd="0" parTransId="{94723DE8-3C3A-4669-A3D9-1C2A2ADD76A8}" sibTransId="{C3C78122-AE3C-4C96-98A2-C7DCF3F6BC44}"/>
    <dgm:cxn modelId="{D5D61B4C-1312-427C-BDCC-013237D8A488}" srcId="{ABA77F75-8642-4931-8D7E-BE6C6DB9940D}" destId="{611C3B18-07F8-4A66-9682-97E24AEF6014}" srcOrd="0" destOrd="0" parTransId="{5940BF2D-F08A-4150-9A86-173D9242DE8C}" sibTransId="{477660C6-2B6D-4FB8-B9A3-D555E2082C2A}"/>
    <dgm:cxn modelId="{D33D306D-1F65-41F7-871C-6AE56A4C7210}" srcId="{6857B86A-DEC1-407C-A1BB-5BF9ACCBCA6A}" destId="{4D7182EC-38B4-4175-8893-D03DAB835D9A}" srcOrd="1" destOrd="0" parTransId="{4466C4C2-0347-463C-B4E2-5CDBE918724B}" sibTransId="{D7D7622B-A1E8-4BD5-A8B6-68BDCB6C6679}"/>
    <dgm:cxn modelId="{BC08F083-6E0E-4445-828F-44BC5C716C1D}" type="presOf" srcId="{B22BAD65-BE50-4D5A-9E17-6526BAB4ADE5}" destId="{EA81ED6A-A7EA-4137-A3DC-D16E79F1B938}" srcOrd="0" destOrd="3" presId="urn:microsoft.com/office/officeart/2005/8/layout/hList1"/>
    <dgm:cxn modelId="{8885FE83-2EEC-4A25-AA19-02DB95BCE3B0}" type="presOf" srcId="{8D215DEE-95A2-44DC-9F3B-B49242AF5971}" destId="{17CA1487-CDD9-4364-92F6-A11DBDAFE16C}" srcOrd="0" destOrd="4" presId="urn:microsoft.com/office/officeart/2005/8/layout/hList1"/>
    <dgm:cxn modelId="{AAECF784-8F1D-4908-B93D-837F49AB8751}" type="presOf" srcId="{CF9FC193-7A05-4631-B681-B56EAB543D38}" destId="{DE3F77CF-6A8C-4783-A2CE-00E88C4199CB}" srcOrd="0" destOrd="0" presId="urn:microsoft.com/office/officeart/2005/8/layout/hList1"/>
    <dgm:cxn modelId="{2A048A8A-D3E9-4D78-97F5-CDA37AB1D412}" type="presOf" srcId="{DA5DFAD8-E443-4F53-9341-A0903BBBD378}" destId="{23D06E36-F688-4B37-8BB8-73015E665B0E}" srcOrd="0" destOrd="0" presId="urn:microsoft.com/office/officeart/2005/8/layout/hList1"/>
    <dgm:cxn modelId="{4BF1EEA1-6E89-4F91-BAE8-11038685C515}" type="presOf" srcId="{4C8BFA56-3F75-4CAD-90A3-2F214D699322}" destId="{17CA1487-CDD9-4364-92F6-A11DBDAFE16C}" srcOrd="0" destOrd="0" presId="urn:microsoft.com/office/officeart/2005/8/layout/hList1"/>
    <dgm:cxn modelId="{C321F9A4-EAB7-4D96-8D3A-4F7E4C163AB0}" type="presOf" srcId="{09383DC6-7D3E-4BCB-A004-0AB0BE8153D4}" destId="{EA81ED6A-A7EA-4137-A3DC-D16E79F1B938}" srcOrd="0" destOrd="1" presId="urn:microsoft.com/office/officeart/2005/8/layout/hList1"/>
    <dgm:cxn modelId="{F0AF48AA-4896-48DC-878A-BF35272059A9}" type="presOf" srcId="{90129B9F-C553-4B12-898C-5DE350A74447}" destId="{E4FD5043-5612-43C5-B6AE-CCD431549399}" srcOrd="0" destOrd="2" presId="urn:microsoft.com/office/officeart/2005/8/layout/hList1"/>
    <dgm:cxn modelId="{C1F90CB7-B5D3-4683-974B-BF5C4014B2D1}" type="presOf" srcId="{22D7D1A2-D117-470C-B7AF-55CFA9DFA729}" destId="{17CA1487-CDD9-4364-92F6-A11DBDAFE16C}" srcOrd="0" destOrd="2" presId="urn:microsoft.com/office/officeart/2005/8/layout/hList1"/>
    <dgm:cxn modelId="{5F12E8B9-000C-441B-B9E7-99ED7A20363B}" type="presOf" srcId="{6857B86A-DEC1-407C-A1BB-5BF9ACCBCA6A}" destId="{F0C1B2C7-0B23-4FE8-AB0F-5877B88532DB}" srcOrd="0" destOrd="0" presId="urn:microsoft.com/office/officeart/2005/8/layout/hList1"/>
    <dgm:cxn modelId="{0073D4C3-F488-4F79-B637-186FAECF6BAD}" srcId="{CF9FC193-7A05-4631-B681-B56EAB543D38}" destId="{DA5DFAD8-E443-4F53-9341-A0903BBBD378}" srcOrd="2" destOrd="0" parTransId="{F6012B3B-01B0-4E7C-A363-0177B95D3DD8}" sibTransId="{76D9F54E-47B3-4FE0-B465-AD673964072E}"/>
    <dgm:cxn modelId="{CA2991CC-63CB-4839-AE56-6891CEFCB48D}" srcId="{ABA77F75-8642-4931-8D7E-BE6C6DB9940D}" destId="{BA8C4F4D-36F4-4B61-86D6-F72C316B3138}" srcOrd="1" destOrd="0" parTransId="{8594DD61-2D77-407B-B822-4AA5D5B4E1C3}" sibTransId="{27E0971C-FA57-4EA3-8110-F457B8FEECA4}"/>
    <dgm:cxn modelId="{455DA6CD-89D4-474E-9A00-261B09A3B0E4}" srcId="{6857B86A-DEC1-407C-A1BB-5BF9ACCBCA6A}" destId="{22D7D1A2-D117-470C-B7AF-55CFA9DFA729}" srcOrd="2" destOrd="0" parTransId="{51141560-4014-4713-A78B-C77E892569AB}" sibTransId="{6031AC3D-7F74-4B7E-B9B8-217F04425E6C}"/>
    <dgm:cxn modelId="{4E21C5D3-FA97-4E62-8CC9-01B68E76021E}" type="presOf" srcId="{ABA77F75-8642-4931-8D7E-BE6C6DB9940D}" destId="{055A5EAB-EAE0-4501-8649-31F112FF9AD5}" srcOrd="0" destOrd="0" presId="urn:microsoft.com/office/officeart/2005/8/layout/hList1"/>
    <dgm:cxn modelId="{FCFE49D7-F157-4D88-A226-32E1E1254664}" srcId="{ABA77F75-8642-4931-8D7E-BE6C6DB9940D}" destId="{90129B9F-C553-4B12-898C-5DE350A74447}" srcOrd="2" destOrd="0" parTransId="{C7179DE3-3681-406D-B15F-936008A29815}" sibTransId="{8FBCCE2A-E265-4789-AE47-9E02304E05C6}"/>
    <dgm:cxn modelId="{4CD5FCDD-1F8A-43A3-BD77-CBE3B3864C41}" srcId="{6857B86A-DEC1-407C-A1BB-5BF9ACCBCA6A}" destId="{4C8BFA56-3F75-4CAD-90A3-2F214D699322}" srcOrd="0" destOrd="0" parTransId="{9A6E3B20-A734-4412-84CF-0134D93D4B28}" sibTransId="{7B50916F-B8BA-427F-B9F0-A301E54D7FB3}"/>
    <dgm:cxn modelId="{5850CFE1-04C8-4D25-AB0B-BEE9512DC805}" type="presOf" srcId="{4D7182EC-38B4-4175-8893-D03DAB835D9A}" destId="{17CA1487-CDD9-4364-92F6-A11DBDAFE16C}" srcOrd="0" destOrd="1" presId="urn:microsoft.com/office/officeart/2005/8/layout/hList1"/>
    <dgm:cxn modelId="{C0E9C7E7-7472-4C24-B21A-6344B9F61569}" srcId="{6857B86A-DEC1-407C-A1BB-5BF9ACCBCA6A}" destId="{8D215DEE-95A2-44DC-9F3B-B49242AF5971}" srcOrd="4" destOrd="0" parTransId="{2BB8A8D9-DAC7-4227-80A2-8567F3E4FA26}" sibTransId="{755599E8-004D-44E0-B8FD-8C56C0FA9513}"/>
    <dgm:cxn modelId="{58D887E9-04DA-4285-827F-DA6F12BD080E}" type="presOf" srcId="{611C3B18-07F8-4A66-9682-97E24AEF6014}" destId="{E4FD5043-5612-43C5-B6AE-CCD431549399}" srcOrd="0" destOrd="0" presId="urn:microsoft.com/office/officeart/2005/8/layout/hList1"/>
    <dgm:cxn modelId="{D959B3EA-A66A-4B40-901C-93ECD4985A93}" srcId="{CF9FC193-7A05-4631-B681-B56EAB543D38}" destId="{ABA77F75-8642-4931-8D7E-BE6C6DB9940D}" srcOrd="1" destOrd="0" parTransId="{FCF9AE1B-B22B-4F91-BFD8-DDBBF762F128}" sibTransId="{1A095211-ADB0-42CA-9F24-F1BC942872F3}"/>
    <dgm:cxn modelId="{6E2AB1EE-7529-4DB6-9262-5D61E90A86D2}" type="presOf" srcId="{EC9A4B11-CCDD-45D1-AA0C-0D24E24F2B83}" destId="{17CA1487-CDD9-4364-92F6-A11DBDAFE16C}" srcOrd="0" destOrd="3" presId="urn:microsoft.com/office/officeart/2005/8/layout/hList1"/>
    <dgm:cxn modelId="{C04088F2-FDB3-4681-ACB9-E1016FE49BFF}" type="presOf" srcId="{0B3236D9-009F-4E98-8F69-9D0ED524848F}" destId="{EA81ED6A-A7EA-4137-A3DC-D16E79F1B938}" srcOrd="0" destOrd="2" presId="urn:microsoft.com/office/officeart/2005/8/layout/hList1"/>
    <dgm:cxn modelId="{765D4AFC-C3A4-4F8B-A000-988DC6C44800}" type="presOf" srcId="{6EE89B4E-BAED-4A90-B29D-70AF11256801}" destId="{EA81ED6A-A7EA-4137-A3DC-D16E79F1B938}" srcOrd="0" destOrd="0" presId="urn:microsoft.com/office/officeart/2005/8/layout/hList1"/>
    <dgm:cxn modelId="{1F4D79B9-0A03-4486-BB92-D4BA991ED70D}" type="presParOf" srcId="{DE3F77CF-6A8C-4783-A2CE-00E88C4199CB}" destId="{4E69B62D-7E76-4E06-9330-583771E53BDE}" srcOrd="0" destOrd="0" presId="urn:microsoft.com/office/officeart/2005/8/layout/hList1"/>
    <dgm:cxn modelId="{EFFE150E-7CB3-4A38-AC57-820444F8E7BA}" type="presParOf" srcId="{4E69B62D-7E76-4E06-9330-583771E53BDE}" destId="{F0C1B2C7-0B23-4FE8-AB0F-5877B88532DB}" srcOrd="0" destOrd="0" presId="urn:microsoft.com/office/officeart/2005/8/layout/hList1"/>
    <dgm:cxn modelId="{332F5817-5A55-4FC1-BA35-DBB23A0AD13C}" type="presParOf" srcId="{4E69B62D-7E76-4E06-9330-583771E53BDE}" destId="{17CA1487-CDD9-4364-92F6-A11DBDAFE16C}" srcOrd="1" destOrd="0" presId="urn:microsoft.com/office/officeart/2005/8/layout/hList1"/>
    <dgm:cxn modelId="{697E9D8E-F51C-4123-B62B-291815C4E7C1}" type="presParOf" srcId="{DE3F77CF-6A8C-4783-A2CE-00E88C4199CB}" destId="{3FA24A66-31D3-4A69-B628-8BE88627B97D}" srcOrd="1" destOrd="0" presId="urn:microsoft.com/office/officeart/2005/8/layout/hList1"/>
    <dgm:cxn modelId="{A09CCE6C-77C7-4B5A-B9DA-7E705F8B286E}" type="presParOf" srcId="{DE3F77CF-6A8C-4783-A2CE-00E88C4199CB}" destId="{3B158D6E-E3AA-49BB-988A-758B59ED8F3B}" srcOrd="2" destOrd="0" presId="urn:microsoft.com/office/officeart/2005/8/layout/hList1"/>
    <dgm:cxn modelId="{817F5423-5421-4F7E-968E-B3D3A624058B}" type="presParOf" srcId="{3B158D6E-E3AA-49BB-988A-758B59ED8F3B}" destId="{055A5EAB-EAE0-4501-8649-31F112FF9AD5}" srcOrd="0" destOrd="0" presId="urn:microsoft.com/office/officeart/2005/8/layout/hList1"/>
    <dgm:cxn modelId="{63113D3E-83F3-4A52-BAD6-246138FEC15C}" type="presParOf" srcId="{3B158D6E-E3AA-49BB-988A-758B59ED8F3B}" destId="{E4FD5043-5612-43C5-B6AE-CCD431549399}" srcOrd="1" destOrd="0" presId="urn:microsoft.com/office/officeart/2005/8/layout/hList1"/>
    <dgm:cxn modelId="{6DF49720-E4F0-4625-B768-1FADCBFE92E0}" type="presParOf" srcId="{DE3F77CF-6A8C-4783-A2CE-00E88C4199CB}" destId="{3E20F600-AFBC-427F-8295-F096F694BC17}" srcOrd="3" destOrd="0" presId="urn:microsoft.com/office/officeart/2005/8/layout/hList1"/>
    <dgm:cxn modelId="{C0F7FF12-72ED-4C65-8A42-67FCEE3903CF}" type="presParOf" srcId="{DE3F77CF-6A8C-4783-A2CE-00E88C4199CB}" destId="{173DA3A6-F783-42D4-9ED8-FD330979BCEA}" srcOrd="4" destOrd="0" presId="urn:microsoft.com/office/officeart/2005/8/layout/hList1"/>
    <dgm:cxn modelId="{67AEDA95-4E81-49EB-9136-C42824BC288A}" type="presParOf" srcId="{173DA3A6-F783-42D4-9ED8-FD330979BCEA}" destId="{23D06E36-F688-4B37-8BB8-73015E665B0E}" srcOrd="0" destOrd="0" presId="urn:microsoft.com/office/officeart/2005/8/layout/hList1"/>
    <dgm:cxn modelId="{190091E1-69E5-482F-89E9-B5A6338D6BCD}" type="presParOf" srcId="{173DA3A6-F783-42D4-9ED8-FD330979BCEA}" destId="{EA81ED6A-A7EA-4137-A3DC-D16E79F1B93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AA68E2-2604-4B99-A17F-748294B6533E}" type="doc">
      <dgm:prSet loTypeId="urn:microsoft.com/office/officeart/2005/8/layout/hProcess4" loCatId="process" qsTypeId="urn:microsoft.com/office/officeart/2005/8/quickstyle/3d5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A0CB5B5-5704-4D60-8007-7A32BBCA71E4}">
      <dgm:prSet phldrT="[Texte]" phldr="0"/>
      <dgm:spPr/>
      <dgm:t>
        <a:bodyPr/>
        <a:lstStyle/>
        <a:p>
          <a:r>
            <a:rPr lang="fr-FR" dirty="0"/>
            <a:t>Choix Critique</a:t>
          </a:r>
          <a:endParaRPr lang="en-US" dirty="0"/>
        </a:p>
      </dgm:t>
    </dgm:pt>
    <dgm:pt modelId="{50060DEA-0D22-4C29-AAF2-4D5AC42FB451}" type="parTrans" cxnId="{899688F0-6A75-4334-A70C-8BC1D1193DBB}">
      <dgm:prSet/>
      <dgm:spPr/>
      <dgm:t>
        <a:bodyPr/>
        <a:lstStyle/>
        <a:p>
          <a:endParaRPr lang="en-US"/>
        </a:p>
      </dgm:t>
    </dgm:pt>
    <dgm:pt modelId="{3B8F5BE3-B33F-4BB0-A0B8-B1BAFF36256F}" type="sibTrans" cxnId="{899688F0-6A75-4334-A70C-8BC1D1193DBB}">
      <dgm:prSet/>
      <dgm:spPr/>
      <dgm:t>
        <a:bodyPr/>
        <a:lstStyle/>
        <a:p>
          <a:endParaRPr lang="en-US"/>
        </a:p>
      </dgm:t>
    </dgm:pt>
    <dgm:pt modelId="{1877BAF0-2316-412C-8B6E-388A741C9B8F}">
      <dgm:prSet phldrT="[Texte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Types vérifiés</a:t>
          </a:r>
          <a:endParaRPr lang="en-US" dirty="0"/>
        </a:p>
      </dgm:t>
    </dgm:pt>
    <dgm:pt modelId="{40AA5B78-8A21-4628-86FD-0E43FFD381EB}" type="parTrans" cxnId="{93A0CBA1-1F52-46D9-84FA-7BEFD639FBD8}">
      <dgm:prSet/>
      <dgm:spPr/>
      <dgm:t>
        <a:bodyPr/>
        <a:lstStyle/>
        <a:p>
          <a:endParaRPr lang="en-US"/>
        </a:p>
      </dgm:t>
    </dgm:pt>
    <dgm:pt modelId="{F94F253F-B83D-4BA5-B626-214D7BA867AF}" type="sibTrans" cxnId="{93A0CBA1-1F52-46D9-84FA-7BEFD639FBD8}">
      <dgm:prSet/>
      <dgm:spPr/>
      <dgm:t>
        <a:bodyPr/>
        <a:lstStyle/>
        <a:p>
          <a:endParaRPr lang="en-US"/>
        </a:p>
      </dgm:t>
    </dgm:pt>
    <dgm:pt modelId="{54FA9839-806E-4936-BA19-87921F4BE4DE}">
      <dgm:prSet phldrT="[Texte]" phldr="0"/>
      <dgm:spPr/>
      <dgm:t>
        <a:bodyPr/>
        <a:lstStyle/>
        <a:p>
          <a:r>
            <a:rPr lang="en-US" dirty="0"/>
            <a:t>🚨</a:t>
          </a:r>
          <a:r>
            <a:rPr lang="fr-FR" dirty="0"/>
            <a:t>Exclusion de la variable duration</a:t>
          </a:r>
          <a:endParaRPr lang="en-US" dirty="0"/>
        </a:p>
      </dgm:t>
    </dgm:pt>
    <dgm:pt modelId="{E6DD0579-6E0F-4D41-A092-0B3C117B89A2}" type="parTrans" cxnId="{55EC9936-6D35-40E3-A4E5-B23B8CF579D1}">
      <dgm:prSet/>
      <dgm:spPr/>
      <dgm:t>
        <a:bodyPr/>
        <a:lstStyle/>
        <a:p>
          <a:endParaRPr lang="en-US"/>
        </a:p>
      </dgm:t>
    </dgm:pt>
    <dgm:pt modelId="{7EFFF09A-6057-4995-B477-51E3FE1CCAC6}" type="sibTrans" cxnId="{55EC9936-6D35-40E3-A4E5-B23B8CF579D1}">
      <dgm:prSet/>
      <dgm:spPr/>
      <dgm:t>
        <a:bodyPr/>
        <a:lstStyle/>
        <a:p>
          <a:endParaRPr lang="en-US"/>
        </a:p>
      </dgm:t>
    </dgm:pt>
    <dgm:pt modelId="{1445A68E-22B2-41F2-81EF-AB84EEA55032}">
      <dgm:prSet phldrT="[Texte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Connue </a:t>
          </a:r>
          <a:r>
            <a:rPr lang="fr-FR" b="1" dirty="0"/>
            <a:t>après l’appel</a:t>
          </a:r>
          <a:endParaRPr lang="en-US" dirty="0"/>
        </a:p>
      </dgm:t>
    </dgm:pt>
    <dgm:pt modelId="{008076FC-B4B4-45CD-8A77-35A8F7B2591E}" type="parTrans" cxnId="{7F47A250-AD18-4878-9E09-08FB74299F02}">
      <dgm:prSet/>
      <dgm:spPr/>
      <dgm:t>
        <a:bodyPr/>
        <a:lstStyle/>
        <a:p>
          <a:endParaRPr lang="en-US"/>
        </a:p>
      </dgm:t>
    </dgm:pt>
    <dgm:pt modelId="{89A6AB8B-3887-40A8-B1F3-F49E3024C3B5}" type="sibTrans" cxnId="{7F47A250-AD18-4878-9E09-08FB74299F02}">
      <dgm:prSet/>
      <dgm:spPr/>
      <dgm:t>
        <a:bodyPr/>
        <a:lstStyle/>
        <a:p>
          <a:endParaRPr lang="en-US"/>
        </a:p>
      </dgm:t>
    </dgm:pt>
    <dgm:pt modelId="{78A2C97B-1338-451C-A8F6-820A78C7F9E0}">
      <dgm:prSet phldrT="[Texte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Pas de valeurs manquantes</a:t>
          </a:r>
          <a:endParaRPr lang="en-US" dirty="0"/>
        </a:p>
      </dgm:t>
    </dgm:pt>
    <dgm:pt modelId="{AC2420E0-12EA-4E94-8AAA-A7B5AA273167}" type="parTrans" cxnId="{1414BADD-899A-4B32-BDE6-DEADCE716057}">
      <dgm:prSet/>
      <dgm:spPr/>
      <dgm:t>
        <a:bodyPr/>
        <a:lstStyle/>
        <a:p>
          <a:endParaRPr lang="en-US"/>
        </a:p>
      </dgm:t>
    </dgm:pt>
    <dgm:pt modelId="{55ECD2DA-2965-4BBE-8A80-A42FD67A5FE1}" type="sibTrans" cxnId="{1414BADD-899A-4B32-BDE6-DEADCE716057}">
      <dgm:prSet/>
      <dgm:spPr/>
      <dgm:t>
        <a:bodyPr/>
        <a:lstStyle/>
        <a:p>
          <a:endParaRPr lang="en-US"/>
        </a:p>
      </dgm:t>
    </dgm:pt>
    <dgm:pt modelId="{6CBC18E1-0A54-4E5C-A6A2-27D2BC9B3986}">
      <dgm:prSet phldrT="[Texte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12 doublons supprimés</a:t>
          </a:r>
          <a:endParaRPr lang="en-US" dirty="0"/>
        </a:p>
      </dgm:t>
    </dgm:pt>
    <dgm:pt modelId="{F925A6E1-56D8-451C-B34E-42E2D940F42E}" type="parTrans" cxnId="{BF357AB4-D825-421F-9909-CC1F9A198A13}">
      <dgm:prSet/>
      <dgm:spPr/>
      <dgm:t>
        <a:bodyPr/>
        <a:lstStyle/>
        <a:p>
          <a:endParaRPr lang="en-US"/>
        </a:p>
      </dgm:t>
    </dgm:pt>
    <dgm:pt modelId="{59D2B0B9-0E41-48D2-8252-8D536E415D6F}" type="sibTrans" cxnId="{BF357AB4-D825-421F-9909-CC1F9A198A13}">
      <dgm:prSet/>
      <dgm:spPr/>
      <dgm:t>
        <a:bodyPr/>
        <a:lstStyle/>
        <a:p>
          <a:endParaRPr lang="en-US"/>
        </a:p>
      </dgm:t>
    </dgm:pt>
    <dgm:pt modelId="{70508E7D-3029-4125-99B3-48740CD84DCE}">
      <dgm:prSet phldrT="[Texte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“</a:t>
          </a:r>
          <a:r>
            <a:rPr lang="fr-FR" dirty="0" err="1"/>
            <a:t>unknown</a:t>
          </a:r>
          <a:r>
            <a:rPr lang="fr-FR" dirty="0"/>
            <a:t>” conservé</a:t>
          </a:r>
          <a:endParaRPr lang="en-US" dirty="0"/>
        </a:p>
      </dgm:t>
    </dgm:pt>
    <dgm:pt modelId="{50A7AE5B-8024-4A08-90DF-D60962C54202}" type="parTrans" cxnId="{DBAE37D4-AE4A-44E9-B735-5DB20D61EDD5}">
      <dgm:prSet/>
      <dgm:spPr/>
      <dgm:t>
        <a:bodyPr/>
        <a:lstStyle/>
        <a:p>
          <a:endParaRPr lang="en-US"/>
        </a:p>
      </dgm:t>
    </dgm:pt>
    <dgm:pt modelId="{03FA5590-6421-4964-B9AC-33699D8B2139}" type="sibTrans" cxnId="{DBAE37D4-AE4A-44E9-B735-5DB20D61EDD5}">
      <dgm:prSet/>
      <dgm:spPr/>
      <dgm:t>
        <a:bodyPr/>
        <a:lstStyle/>
        <a:p>
          <a:endParaRPr lang="en-US"/>
        </a:p>
      </dgm:t>
    </dgm:pt>
    <dgm:pt modelId="{214D0E57-C3D8-42B7-9E01-5C7048DD048B}">
      <dgm:prSet phldrT="[Texte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Fuite d’information</a:t>
          </a:r>
          <a:endParaRPr lang="en-US" dirty="0"/>
        </a:p>
      </dgm:t>
    </dgm:pt>
    <dgm:pt modelId="{FC016759-D654-4883-9002-5988A834334C}" type="parTrans" cxnId="{2E0F2F95-C435-4DD9-B5C7-0BE9CD86A712}">
      <dgm:prSet/>
      <dgm:spPr/>
      <dgm:t>
        <a:bodyPr/>
        <a:lstStyle/>
        <a:p>
          <a:endParaRPr lang="en-US"/>
        </a:p>
      </dgm:t>
    </dgm:pt>
    <dgm:pt modelId="{5306ADE9-76DE-40AF-B002-C67EA950446B}" type="sibTrans" cxnId="{2E0F2F95-C435-4DD9-B5C7-0BE9CD86A712}">
      <dgm:prSet/>
      <dgm:spPr/>
      <dgm:t>
        <a:bodyPr/>
        <a:lstStyle/>
        <a:p>
          <a:endParaRPr lang="en-US"/>
        </a:p>
      </dgm:t>
    </dgm:pt>
    <dgm:pt modelId="{6FD2D6C7-EBAD-4165-BB55-891696B0B142}">
      <dgm:prSet phldrT="[Texte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Modèle irréaliste si conservée</a:t>
          </a:r>
          <a:endParaRPr lang="en-US" dirty="0"/>
        </a:p>
      </dgm:t>
    </dgm:pt>
    <dgm:pt modelId="{6C637C38-F14C-4790-AD50-17495787F764}" type="parTrans" cxnId="{5412E50D-598A-407C-AB21-769B76E34B75}">
      <dgm:prSet/>
      <dgm:spPr/>
      <dgm:t>
        <a:bodyPr/>
        <a:lstStyle/>
        <a:p>
          <a:endParaRPr lang="en-US"/>
        </a:p>
      </dgm:t>
    </dgm:pt>
    <dgm:pt modelId="{120EB585-6515-4914-9428-F83CE4921B24}" type="sibTrans" cxnId="{5412E50D-598A-407C-AB21-769B76E34B75}">
      <dgm:prSet/>
      <dgm:spPr/>
      <dgm:t>
        <a:bodyPr/>
        <a:lstStyle/>
        <a:p>
          <a:endParaRPr lang="en-US"/>
        </a:p>
      </dgm:t>
    </dgm:pt>
    <dgm:pt modelId="{D256DD96-0858-4A75-BBA0-6D461C0885FD}" type="pres">
      <dgm:prSet presAssocID="{73AA68E2-2604-4B99-A17F-748294B6533E}" presName="Name0" presStyleCnt="0">
        <dgm:presLayoutVars>
          <dgm:dir/>
          <dgm:animLvl val="lvl"/>
          <dgm:resizeHandles val="exact"/>
        </dgm:presLayoutVars>
      </dgm:prSet>
      <dgm:spPr/>
    </dgm:pt>
    <dgm:pt modelId="{A01746C8-8573-4445-9F9A-6516F9A4C153}" type="pres">
      <dgm:prSet presAssocID="{73AA68E2-2604-4B99-A17F-748294B6533E}" presName="tSp" presStyleCnt="0"/>
      <dgm:spPr/>
    </dgm:pt>
    <dgm:pt modelId="{450F543F-0A3C-40CB-ABAE-A19D6DB65942}" type="pres">
      <dgm:prSet presAssocID="{73AA68E2-2604-4B99-A17F-748294B6533E}" presName="bSp" presStyleCnt="0"/>
      <dgm:spPr/>
    </dgm:pt>
    <dgm:pt modelId="{2DFA6A4B-E229-42D6-B3A7-88B7C7D64E4F}" type="pres">
      <dgm:prSet presAssocID="{73AA68E2-2604-4B99-A17F-748294B6533E}" presName="process" presStyleCnt="0"/>
      <dgm:spPr/>
    </dgm:pt>
    <dgm:pt modelId="{7646F1CA-E63C-42CB-AEC7-8608351CA772}" type="pres">
      <dgm:prSet presAssocID="{AA0CB5B5-5704-4D60-8007-7A32BBCA71E4}" presName="composite1" presStyleCnt="0"/>
      <dgm:spPr/>
    </dgm:pt>
    <dgm:pt modelId="{FDCEFF19-7B6B-405F-9AEA-70C8891AC0EC}" type="pres">
      <dgm:prSet presAssocID="{AA0CB5B5-5704-4D60-8007-7A32BBCA71E4}" presName="dummyNode1" presStyleLbl="node1" presStyleIdx="0" presStyleCnt="2"/>
      <dgm:spPr/>
    </dgm:pt>
    <dgm:pt modelId="{3269836F-2323-4D79-8C2B-7FDF9059D0A3}" type="pres">
      <dgm:prSet presAssocID="{AA0CB5B5-5704-4D60-8007-7A32BBCA71E4}" presName="childNode1" presStyleLbl="bgAcc1" presStyleIdx="0" presStyleCnt="2">
        <dgm:presLayoutVars>
          <dgm:bulletEnabled val="1"/>
        </dgm:presLayoutVars>
      </dgm:prSet>
      <dgm:spPr/>
    </dgm:pt>
    <dgm:pt modelId="{61727B80-042E-4966-984A-07F4D73AE47E}" type="pres">
      <dgm:prSet presAssocID="{AA0CB5B5-5704-4D60-8007-7A32BBCA71E4}" presName="childNode1tx" presStyleLbl="bgAcc1" presStyleIdx="0" presStyleCnt="2">
        <dgm:presLayoutVars>
          <dgm:bulletEnabled val="1"/>
        </dgm:presLayoutVars>
      </dgm:prSet>
      <dgm:spPr/>
    </dgm:pt>
    <dgm:pt modelId="{060801E8-9151-4C83-A0DA-34B9E3939D2C}" type="pres">
      <dgm:prSet presAssocID="{AA0CB5B5-5704-4D60-8007-7A32BBCA71E4}" presName="parentNode1" presStyleLbl="node1" presStyleIdx="0" presStyleCnt="2">
        <dgm:presLayoutVars>
          <dgm:chMax val="1"/>
          <dgm:bulletEnabled val="1"/>
        </dgm:presLayoutVars>
      </dgm:prSet>
      <dgm:spPr/>
    </dgm:pt>
    <dgm:pt modelId="{6148663E-26E3-46F4-A1BA-62CBDA190EBB}" type="pres">
      <dgm:prSet presAssocID="{AA0CB5B5-5704-4D60-8007-7A32BBCA71E4}" presName="connSite1" presStyleCnt="0"/>
      <dgm:spPr/>
    </dgm:pt>
    <dgm:pt modelId="{BFA8CCAE-0692-4AA4-8C77-D8A305014BC1}" type="pres">
      <dgm:prSet presAssocID="{3B8F5BE3-B33F-4BB0-A0B8-B1BAFF36256F}" presName="Name9" presStyleLbl="sibTrans2D1" presStyleIdx="0" presStyleCnt="1"/>
      <dgm:spPr/>
    </dgm:pt>
    <dgm:pt modelId="{5CE5F1AC-5AB0-451C-AE83-82C2F82FAB7E}" type="pres">
      <dgm:prSet presAssocID="{54FA9839-806E-4936-BA19-87921F4BE4DE}" presName="composite2" presStyleCnt="0"/>
      <dgm:spPr/>
    </dgm:pt>
    <dgm:pt modelId="{B192462A-B8BD-451E-A078-C8A312F666CC}" type="pres">
      <dgm:prSet presAssocID="{54FA9839-806E-4936-BA19-87921F4BE4DE}" presName="dummyNode2" presStyleLbl="node1" presStyleIdx="0" presStyleCnt="2"/>
      <dgm:spPr/>
    </dgm:pt>
    <dgm:pt modelId="{5A909261-CDB7-4D13-B071-61FA4802A737}" type="pres">
      <dgm:prSet presAssocID="{54FA9839-806E-4936-BA19-87921F4BE4DE}" presName="childNode2" presStyleLbl="bgAcc1" presStyleIdx="1" presStyleCnt="2" custLinFactNeighborX="-1016">
        <dgm:presLayoutVars>
          <dgm:bulletEnabled val="1"/>
        </dgm:presLayoutVars>
      </dgm:prSet>
      <dgm:spPr/>
    </dgm:pt>
    <dgm:pt modelId="{70CB5067-8E0E-41D4-8340-864AB55DAC79}" type="pres">
      <dgm:prSet presAssocID="{54FA9839-806E-4936-BA19-87921F4BE4DE}" presName="childNode2tx" presStyleLbl="bgAcc1" presStyleIdx="1" presStyleCnt="2">
        <dgm:presLayoutVars>
          <dgm:bulletEnabled val="1"/>
        </dgm:presLayoutVars>
      </dgm:prSet>
      <dgm:spPr/>
    </dgm:pt>
    <dgm:pt modelId="{BEB60B7B-9228-457B-80A3-B2ECAAA90ED0}" type="pres">
      <dgm:prSet presAssocID="{54FA9839-806E-4936-BA19-87921F4BE4DE}" presName="parentNode2" presStyleLbl="node1" presStyleIdx="1" presStyleCnt="2" custLinFactY="100000" custLinFactNeighborX="-25173" custLinFactNeighborY="129579">
        <dgm:presLayoutVars>
          <dgm:chMax val="0"/>
          <dgm:bulletEnabled val="1"/>
        </dgm:presLayoutVars>
      </dgm:prSet>
      <dgm:spPr/>
    </dgm:pt>
    <dgm:pt modelId="{8F889046-661E-4B36-A6C1-2A1EDA2F7234}" type="pres">
      <dgm:prSet presAssocID="{54FA9839-806E-4936-BA19-87921F4BE4DE}" presName="connSite2" presStyleCnt="0"/>
      <dgm:spPr/>
    </dgm:pt>
  </dgm:ptLst>
  <dgm:cxnLst>
    <dgm:cxn modelId="{5412E50D-598A-407C-AB21-769B76E34B75}" srcId="{54FA9839-806E-4936-BA19-87921F4BE4DE}" destId="{6FD2D6C7-EBAD-4165-BB55-891696B0B142}" srcOrd="2" destOrd="0" parTransId="{6C637C38-F14C-4790-AD50-17495787F764}" sibTransId="{120EB585-6515-4914-9428-F83CE4921B24}"/>
    <dgm:cxn modelId="{238F932A-6701-4F37-8596-2F310D3B317C}" type="presOf" srcId="{6CBC18E1-0A54-4E5C-A6A2-27D2BC9B3986}" destId="{61727B80-042E-4966-984A-07F4D73AE47E}" srcOrd="1" destOrd="2" presId="urn:microsoft.com/office/officeart/2005/8/layout/hProcess4"/>
    <dgm:cxn modelId="{94F5D52D-9B09-4E31-9967-9BC2261914B1}" type="presOf" srcId="{6CBC18E1-0A54-4E5C-A6A2-27D2BC9B3986}" destId="{3269836F-2323-4D79-8C2B-7FDF9059D0A3}" srcOrd="0" destOrd="2" presId="urn:microsoft.com/office/officeart/2005/8/layout/hProcess4"/>
    <dgm:cxn modelId="{02412930-1A40-4D14-94ED-3499391DE573}" type="presOf" srcId="{214D0E57-C3D8-42B7-9E01-5C7048DD048B}" destId="{5A909261-CDB7-4D13-B071-61FA4802A737}" srcOrd="0" destOrd="1" presId="urn:microsoft.com/office/officeart/2005/8/layout/hProcess4"/>
    <dgm:cxn modelId="{81134432-F3C7-41BF-8CD8-DDCE28D705AD}" type="presOf" srcId="{AA0CB5B5-5704-4D60-8007-7A32BBCA71E4}" destId="{060801E8-9151-4C83-A0DA-34B9E3939D2C}" srcOrd="0" destOrd="0" presId="urn:microsoft.com/office/officeart/2005/8/layout/hProcess4"/>
    <dgm:cxn modelId="{55EC9936-6D35-40E3-A4E5-B23B8CF579D1}" srcId="{73AA68E2-2604-4B99-A17F-748294B6533E}" destId="{54FA9839-806E-4936-BA19-87921F4BE4DE}" srcOrd="1" destOrd="0" parTransId="{E6DD0579-6E0F-4D41-A092-0B3C117B89A2}" sibTransId="{7EFFF09A-6057-4995-B477-51E3FE1CCAC6}"/>
    <dgm:cxn modelId="{5603625D-82DD-4478-B6D4-AF0B7E1AB189}" type="presOf" srcId="{70508E7D-3029-4125-99B3-48740CD84DCE}" destId="{3269836F-2323-4D79-8C2B-7FDF9059D0A3}" srcOrd="0" destOrd="3" presId="urn:microsoft.com/office/officeart/2005/8/layout/hProcess4"/>
    <dgm:cxn modelId="{B2F8A068-2D06-4352-82FE-13DFB96837B0}" type="presOf" srcId="{1445A68E-22B2-41F2-81EF-AB84EEA55032}" destId="{70CB5067-8E0E-41D4-8340-864AB55DAC79}" srcOrd="1" destOrd="0" presId="urn:microsoft.com/office/officeart/2005/8/layout/hProcess4"/>
    <dgm:cxn modelId="{89C5346B-027E-4317-9219-ABD634CF1B6A}" type="presOf" srcId="{73AA68E2-2604-4B99-A17F-748294B6533E}" destId="{D256DD96-0858-4A75-BBA0-6D461C0885FD}" srcOrd="0" destOrd="0" presId="urn:microsoft.com/office/officeart/2005/8/layout/hProcess4"/>
    <dgm:cxn modelId="{EC48844D-7558-4D96-8293-75F78843EFEF}" type="presOf" srcId="{6FD2D6C7-EBAD-4165-BB55-891696B0B142}" destId="{70CB5067-8E0E-41D4-8340-864AB55DAC79}" srcOrd="1" destOrd="2" presId="urn:microsoft.com/office/officeart/2005/8/layout/hProcess4"/>
    <dgm:cxn modelId="{A0E30E6F-7D62-4CA4-BC6F-1D9A6EAFCEE0}" type="presOf" srcId="{1877BAF0-2316-412C-8B6E-388A741C9B8F}" destId="{3269836F-2323-4D79-8C2B-7FDF9059D0A3}" srcOrd="0" destOrd="0" presId="urn:microsoft.com/office/officeart/2005/8/layout/hProcess4"/>
    <dgm:cxn modelId="{7F47A250-AD18-4878-9E09-08FB74299F02}" srcId="{54FA9839-806E-4936-BA19-87921F4BE4DE}" destId="{1445A68E-22B2-41F2-81EF-AB84EEA55032}" srcOrd="0" destOrd="0" parTransId="{008076FC-B4B4-45CD-8A77-35A8F7B2591E}" sibTransId="{89A6AB8B-3887-40A8-B1F3-F49E3024C3B5}"/>
    <dgm:cxn modelId="{CEC45C52-FF06-4F55-A589-E4CF46FB1D8F}" type="presOf" srcId="{70508E7D-3029-4125-99B3-48740CD84DCE}" destId="{61727B80-042E-4966-984A-07F4D73AE47E}" srcOrd="1" destOrd="3" presId="urn:microsoft.com/office/officeart/2005/8/layout/hProcess4"/>
    <dgm:cxn modelId="{C3A9C476-E84C-48E3-B085-280D7F5DBE56}" type="presOf" srcId="{6FD2D6C7-EBAD-4165-BB55-891696B0B142}" destId="{5A909261-CDB7-4D13-B071-61FA4802A737}" srcOrd="0" destOrd="2" presId="urn:microsoft.com/office/officeart/2005/8/layout/hProcess4"/>
    <dgm:cxn modelId="{DEA5688A-F719-48F7-AF3F-5EFB5686E034}" type="presOf" srcId="{214D0E57-C3D8-42B7-9E01-5C7048DD048B}" destId="{70CB5067-8E0E-41D4-8340-864AB55DAC79}" srcOrd="1" destOrd="1" presId="urn:microsoft.com/office/officeart/2005/8/layout/hProcess4"/>
    <dgm:cxn modelId="{7DA6EC92-AAD1-4690-9C06-7EC0B4EC5FC6}" type="presOf" srcId="{1877BAF0-2316-412C-8B6E-388A741C9B8F}" destId="{61727B80-042E-4966-984A-07F4D73AE47E}" srcOrd="1" destOrd="0" presId="urn:microsoft.com/office/officeart/2005/8/layout/hProcess4"/>
    <dgm:cxn modelId="{2E0F2F95-C435-4DD9-B5C7-0BE9CD86A712}" srcId="{54FA9839-806E-4936-BA19-87921F4BE4DE}" destId="{214D0E57-C3D8-42B7-9E01-5C7048DD048B}" srcOrd="1" destOrd="0" parTransId="{FC016759-D654-4883-9002-5988A834334C}" sibTransId="{5306ADE9-76DE-40AF-B002-C67EA950446B}"/>
    <dgm:cxn modelId="{93A0CBA1-1F52-46D9-84FA-7BEFD639FBD8}" srcId="{AA0CB5B5-5704-4D60-8007-7A32BBCA71E4}" destId="{1877BAF0-2316-412C-8B6E-388A741C9B8F}" srcOrd="0" destOrd="0" parTransId="{40AA5B78-8A21-4628-86FD-0E43FFD381EB}" sibTransId="{F94F253F-B83D-4BA5-B626-214D7BA867AF}"/>
    <dgm:cxn modelId="{A47FA8AF-EF16-4160-8C9F-524E80A3A7F4}" type="presOf" srcId="{54FA9839-806E-4936-BA19-87921F4BE4DE}" destId="{BEB60B7B-9228-457B-80A3-B2ECAAA90ED0}" srcOrd="0" destOrd="0" presId="urn:microsoft.com/office/officeart/2005/8/layout/hProcess4"/>
    <dgm:cxn modelId="{C465FCB3-DFEF-4B33-923B-E307BD2F8F99}" type="presOf" srcId="{3B8F5BE3-B33F-4BB0-A0B8-B1BAFF36256F}" destId="{BFA8CCAE-0692-4AA4-8C77-D8A305014BC1}" srcOrd="0" destOrd="0" presId="urn:microsoft.com/office/officeart/2005/8/layout/hProcess4"/>
    <dgm:cxn modelId="{BF357AB4-D825-421F-9909-CC1F9A198A13}" srcId="{AA0CB5B5-5704-4D60-8007-7A32BBCA71E4}" destId="{6CBC18E1-0A54-4E5C-A6A2-27D2BC9B3986}" srcOrd="2" destOrd="0" parTransId="{F925A6E1-56D8-451C-B34E-42E2D940F42E}" sibTransId="{59D2B0B9-0E41-48D2-8252-8D536E415D6F}"/>
    <dgm:cxn modelId="{4D1D19B8-0E8F-444B-8A6F-22D9485AB4FA}" type="presOf" srcId="{1445A68E-22B2-41F2-81EF-AB84EEA55032}" destId="{5A909261-CDB7-4D13-B071-61FA4802A737}" srcOrd="0" destOrd="0" presId="urn:microsoft.com/office/officeart/2005/8/layout/hProcess4"/>
    <dgm:cxn modelId="{DBAE37D4-AE4A-44E9-B735-5DB20D61EDD5}" srcId="{AA0CB5B5-5704-4D60-8007-7A32BBCA71E4}" destId="{70508E7D-3029-4125-99B3-48740CD84DCE}" srcOrd="3" destOrd="0" parTransId="{50A7AE5B-8024-4A08-90DF-D60962C54202}" sibTransId="{03FA5590-6421-4964-B9AC-33699D8B2139}"/>
    <dgm:cxn modelId="{1326DFD9-01A2-4ABF-A312-4FEB8B52D101}" type="presOf" srcId="{78A2C97B-1338-451C-A8F6-820A78C7F9E0}" destId="{61727B80-042E-4966-984A-07F4D73AE47E}" srcOrd="1" destOrd="1" presId="urn:microsoft.com/office/officeart/2005/8/layout/hProcess4"/>
    <dgm:cxn modelId="{1414BADD-899A-4B32-BDE6-DEADCE716057}" srcId="{AA0CB5B5-5704-4D60-8007-7A32BBCA71E4}" destId="{78A2C97B-1338-451C-A8F6-820A78C7F9E0}" srcOrd="1" destOrd="0" parTransId="{AC2420E0-12EA-4E94-8AAA-A7B5AA273167}" sibTransId="{55ECD2DA-2965-4BBE-8A80-A42FD67A5FE1}"/>
    <dgm:cxn modelId="{77C33CE5-4F71-4FFA-B9CD-514499ECBCFD}" type="presOf" srcId="{78A2C97B-1338-451C-A8F6-820A78C7F9E0}" destId="{3269836F-2323-4D79-8C2B-7FDF9059D0A3}" srcOrd="0" destOrd="1" presId="urn:microsoft.com/office/officeart/2005/8/layout/hProcess4"/>
    <dgm:cxn modelId="{899688F0-6A75-4334-A70C-8BC1D1193DBB}" srcId="{73AA68E2-2604-4B99-A17F-748294B6533E}" destId="{AA0CB5B5-5704-4D60-8007-7A32BBCA71E4}" srcOrd="0" destOrd="0" parTransId="{50060DEA-0D22-4C29-AAF2-4D5AC42FB451}" sibTransId="{3B8F5BE3-B33F-4BB0-A0B8-B1BAFF36256F}"/>
    <dgm:cxn modelId="{585BEBA0-2926-42B0-9D5E-00F5D0396433}" type="presParOf" srcId="{D256DD96-0858-4A75-BBA0-6D461C0885FD}" destId="{A01746C8-8573-4445-9F9A-6516F9A4C153}" srcOrd="0" destOrd="0" presId="urn:microsoft.com/office/officeart/2005/8/layout/hProcess4"/>
    <dgm:cxn modelId="{FDA2D156-ADFC-4262-9B01-A858E1AEC581}" type="presParOf" srcId="{D256DD96-0858-4A75-BBA0-6D461C0885FD}" destId="{450F543F-0A3C-40CB-ABAE-A19D6DB65942}" srcOrd="1" destOrd="0" presId="urn:microsoft.com/office/officeart/2005/8/layout/hProcess4"/>
    <dgm:cxn modelId="{F136AC5E-49F5-45F0-AEC2-A6D48FD8F48A}" type="presParOf" srcId="{D256DD96-0858-4A75-BBA0-6D461C0885FD}" destId="{2DFA6A4B-E229-42D6-B3A7-88B7C7D64E4F}" srcOrd="2" destOrd="0" presId="urn:microsoft.com/office/officeart/2005/8/layout/hProcess4"/>
    <dgm:cxn modelId="{B656883B-F4EB-40E4-8B21-F865292994F1}" type="presParOf" srcId="{2DFA6A4B-E229-42D6-B3A7-88B7C7D64E4F}" destId="{7646F1CA-E63C-42CB-AEC7-8608351CA772}" srcOrd="0" destOrd="0" presId="urn:microsoft.com/office/officeart/2005/8/layout/hProcess4"/>
    <dgm:cxn modelId="{7868F396-A4A3-4C57-A2B4-144C40B9DD28}" type="presParOf" srcId="{7646F1CA-E63C-42CB-AEC7-8608351CA772}" destId="{FDCEFF19-7B6B-405F-9AEA-70C8891AC0EC}" srcOrd="0" destOrd="0" presId="urn:microsoft.com/office/officeart/2005/8/layout/hProcess4"/>
    <dgm:cxn modelId="{BF355117-76BF-4DCD-8109-D67F544F50E8}" type="presParOf" srcId="{7646F1CA-E63C-42CB-AEC7-8608351CA772}" destId="{3269836F-2323-4D79-8C2B-7FDF9059D0A3}" srcOrd="1" destOrd="0" presId="urn:microsoft.com/office/officeart/2005/8/layout/hProcess4"/>
    <dgm:cxn modelId="{61704ABE-C5BA-4B9E-A540-53934F404AAE}" type="presParOf" srcId="{7646F1CA-E63C-42CB-AEC7-8608351CA772}" destId="{61727B80-042E-4966-984A-07F4D73AE47E}" srcOrd="2" destOrd="0" presId="urn:microsoft.com/office/officeart/2005/8/layout/hProcess4"/>
    <dgm:cxn modelId="{64A2EA55-1BFD-480B-B420-AAB3FB092BD6}" type="presParOf" srcId="{7646F1CA-E63C-42CB-AEC7-8608351CA772}" destId="{060801E8-9151-4C83-A0DA-34B9E3939D2C}" srcOrd="3" destOrd="0" presId="urn:microsoft.com/office/officeart/2005/8/layout/hProcess4"/>
    <dgm:cxn modelId="{AF683F06-7522-468A-9ED3-9EE2BDD8BD62}" type="presParOf" srcId="{7646F1CA-E63C-42CB-AEC7-8608351CA772}" destId="{6148663E-26E3-46F4-A1BA-62CBDA190EBB}" srcOrd="4" destOrd="0" presId="urn:microsoft.com/office/officeart/2005/8/layout/hProcess4"/>
    <dgm:cxn modelId="{BF4F645B-88D5-40A9-B8DE-BEFF80551EE4}" type="presParOf" srcId="{2DFA6A4B-E229-42D6-B3A7-88B7C7D64E4F}" destId="{BFA8CCAE-0692-4AA4-8C77-D8A305014BC1}" srcOrd="1" destOrd="0" presId="urn:microsoft.com/office/officeart/2005/8/layout/hProcess4"/>
    <dgm:cxn modelId="{C94FE8BD-62D8-4414-8E6C-03AC632C4FD0}" type="presParOf" srcId="{2DFA6A4B-E229-42D6-B3A7-88B7C7D64E4F}" destId="{5CE5F1AC-5AB0-451C-AE83-82C2F82FAB7E}" srcOrd="2" destOrd="0" presId="urn:microsoft.com/office/officeart/2005/8/layout/hProcess4"/>
    <dgm:cxn modelId="{0237CAE3-6294-4D94-BA22-1B1C9D2A19E8}" type="presParOf" srcId="{5CE5F1AC-5AB0-451C-AE83-82C2F82FAB7E}" destId="{B192462A-B8BD-451E-A078-C8A312F666CC}" srcOrd="0" destOrd="0" presId="urn:microsoft.com/office/officeart/2005/8/layout/hProcess4"/>
    <dgm:cxn modelId="{A65EC4D4-3104-430D-9F4B-BA3177DA6162}" type="presParOf" srcId="{5CE5F1AC-5AB0-451C-AE83-82C2F82FAB7E}" destId="{5A909261-CDB7-4D13-B071-61FA4802A737}" srcOrd="1" destOrd="0" presId="urn:microsoft.com/office/officeart/2005/8/layout/hProcess4"/>
    <dgm:cxn modelId="{530FA52C-617E-4AAA-90AD-DACF2D35E952}" type="presParOf" srcId="{5CE5F1AC-5AB0-451C-AE83-82C2F82FAB7E}" destId="{70CB5067-8E0E-41D4-8340-864AB55DAC79}" srcOrd="2" destOrd="0" presId="urn:microsoft.com/office/officeart/2005/8/layout/hProcess4"/>
    <dgm:cxn modelId="{1BAAACF5-430E-4466-93D9-037A5E386858}" type="presParOf" srcId="{5CE5F1AC-5AB0-451C-AE83-82C2F82FAB7E}" destId="{BEB60B7B-9228-457B-80A3-B2ECAAA90ED0}" srcOrd="3" destOrd="0" presId="urn:microsoft.com/office/officeart/2005/8/layout/hProcess4"/>
    <dgm:cxn modelId="{12F37156-52E7-4ABB-BDB1-2184CED0CBB9}" type="presParOf" srcId="{5CE5F1AC-5AB0-451C-AE83-82C2F82FAB7E}" destId="{8F889046-661E-4B36-A6C1-2A1EDA2F7234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AA68E2-2604-4B99-A17F-748294B6533E}" type="doc">
      <dgm:prSet loTypeId="urn:microsoft.com/office/officeart/2005/8/layout/hProcess4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A0CB5B5-5704-4D60-8007-7A32BBCA71E4}">
      <dgm:prSet phldrT="[Texte]" phldr="0" custT="1"/>
      <dgm:spPr/>
      <dgm:t>
        <a:bodyPr/>
        <a:lstStyle/>
        <a:p>
          <a:pPr>
            <a:buNone/>
          </a:pPr>
          <a:r>
            <a:rPr lang="en-US" sz="1700" dirty="0" err="1"/>
            <a:t>Régression</a:t>
          </a:r>
          <a:r>
            <a:rPr lang="en-US" sz="1700" dirty="0"/>
            <a:t> </a:t>
          </a:r>
          <a:r>
            <a:rPr lang="en-US" sz="1700" dirty="0" err="1"/>
            <a:t>Linéaire</a:t>
          </a:r>
          <a:endParaRPr lang="en-US" sz="1700" dirty="0"/>
        </a:p>
      </dgm:t>
    </dgm:pt>
    <dgm:pt modelId="{50060DEA-0D22-4C29-AAF2-4D5AC42FB451}" type="parTrans" cxnId="{899688F0-6A75-4334-A70C-8BC1D1193DBB}">
      <dgm:prSet/>
      <dgm:spPr/>
      <dgm:t>
        <a:bodyPr/>
        <a:lstStyle/>
        <a:p>
          <a:endParaRPr lang="en-US" sz="1700"/>
        </a:p>
      </dgm:t>
    </dgm:pt>
    <dgm:pt modelId="{3B8F5BE3-B33F-4BB0-A0B8-B1BAFF36256F}" type="sibTrans" cxnId="{899688F0-6A75-4334-A70C-8BC1D1193DBB}">
      <dgm:prSet/>
      <dgm:spPr/>
      <dgm:t>
        <a:bodyPr/>
        <a:lstStyle/>
        <a:p>
          <a:endParaRPr lang="en-US" sz="1700"/>
        </a:p>
      </dgm:t>
    </dgm:pt>
    <dgm:pt modelId="{1877BAF0-2316-412C-8B6E-388A741C9B8F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700" dirty="0"/>
            <a:t>cible binaire</a:t>
          </a:r>
          <a:endParaRPr lang="en-US" sz="1700" dirty="0"/>
        </a:p>
      </dgm:t>
    </dgm:pt>
    <dgm:pt modelId="{40AA5B78-8A21-4628-86FD-0E43FFD381EB}" type="parTrans" cxnId="{93A0CBA1-1F52-46D9-84FA-7BEFD639FBD8}">
      <dgm:prSet/>
      <dgm:spPr/>
      <dgm:t>
        <a:bodyPr/>
        <a:lstStyle/>
        <a:p>
          <a:endParaRPr lang="en-US" sz="1700"/>
        </a:p>
      </dgm:t>
    </dgm:pt>
    <dgm:pt modelId="{F94F253F-B83D-4BA5-B626-214D7BA867AF}" type="sibTrans" cxnId="{93A0CBA1-1F52-46D9-84FA-7BEFD639FBD8}">
      <dgm:prSet/>
      <dgm:spPr/>
      <dgm:t>
        <a:bodyPr/>
        <a:lstStyle/>
        <a:p>
          <a:endParaRPr lang="en-US" sz="1700"/>
        </a:p>
      </dgm:t>
    </dgm:pt>
    <dgm:pt modelId="{54FA9839-806E-4936-BA19-87921F4BE4DE}">
      <dgm:prSet phldrT="[Texte]" phldr="0" custT="1"/>
      <dgm:spPr/>
      <dgm:t>
        <a:bodyPr/>
        <a:lstStyle/>
        <a:p>
          <a:r>
            <a:rPr lang="en-US" sz="1700" dirty="0" err="1"/>
            <a:t>Régression</a:t>
          </a:r>
          <a:r>
            <a:rPr lang="en-US" sz="1700" dirty="0"/>
            <a:t> </a:t>
          </a:r>
          <a:r>
            <a:rPr lang="en-US" sz="1700" dirty="0" err="1"/>
            <a:t>Logistique</a:t>
          </a:r>
          <a:endParaRPr lang="en-US" sz="1700" dirty="0"/>
        </a:p>
      </dgm:t>
    </dgm:pt>
    <dgm:pt modelId="{E6DD0579-6E0F-4D41-A092-0B3C117B89A2}" type="parTrans" cxnId="{55EC9936-6D35-40E3-A4E5-B23B8CF579D1}">
      <dgm:prSet/>
      <dgm:spPr/>
      <dgm:t>
        <a:bodyPr/>
        <a:lstStyle/>
        <a:p>
          <a:endParaRPr lang="en-US" sz="1700"/>
        </a:p>
      </dgm:t>
    </dgm:pt>
    <dgm:pt modelId="{7EFFF09A-6057-4995-B477-51E3FE1CCAC6}" type="sibTrans" cxnId="{55EC9936-6D35-40E3-A4E5-B23B8CF579D1}">
      <dgm:prSet/>
      <dgm:spPr/>
      <dgm:t>
        <a:bodyPr/>
        <a:lstStyle/>
        <a:p>
          <a:endParaRPr lang="en-US" sz="1700"/>
        </a:p>
      </dgm:t>
    </dgm:pt>
    <dgm:pt modelId="{1445A68E-22B2-41F2-81EF-AB84EEA55032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700" dirty="0"/>
            <a:t>adaptée à la classification binaire</a:t>
          </a:r>
          <a:endParaRPr lang="en-US" sz="1700" dirty="0"/>
        </a:p>
      </dgm:t>
    </dgm:pt>
    <dgm:pt modelId="{008076FC-B4B4-45CD-8A77-35A8F7B2591E}" type="parTrans" cxnId="{7F47A250-AD18-4878-9E09-08FB74299F02}">
      <dgm:prSet/>
      <dgm:spPr/>
      <dgm:t>
        <a:bodyPr/>
        <a:lstStyle/>
        <a:p>
          <a:endParaRPr lang="en-US" sz="1700"/>
        </a:p>
      </dgm:t>
    </dgm:pt>
    <dgm:pt modelId="{89A6AB8B-3887-40A8-B1F3-F49E3024C3B5}" type="sibTrans" cxnId="{7F47A250-AD18-4878-9E09-08FB74299F02}">
      <dgm:prSet/>
      <dgm:spPr/>
      <dgm:t>
        <a:bodyPr/>
        <a:lstStyle/>
        <a:p>
          <a:endParaRPr lang="en-US" sz="1700"/>
        </a:p>
      </dgm:t>
    </dgm:pt>
    <dgm:pt modelId="{D1F1F783-5492-403E-876C-E93FA6B4A2EF}">
      <dgm:prSet phldrT="[Texte]" phldr="0" custT="1"/>
      <dgm:spPr/>
      <dgm:t>
        <a:bodyPr/>
        <a:lstStyle/>
        <a:p>
          <a:pPr>
            <a:buNone/>
          </a:pPr>
          <a:r>
            <a:rPr lang="en-US" sz="1700" dirty="0"/>
            <a:t>Random Forest</a:t>
          </a:r>
        </a:p>
      </dgm:t>
    </dgm:pt>
    <dgm:pt modelId="{858117C4-C1B2-4558-9B81-887E6DE85BFA}" type="parTrans" cxnId="{FC22EEA0-DC66-4ED0-A5C5-06E51E7EAA6A}">
      <dgm:prSet/>
      <dgm:spPr/>
      <dgm:t>
        <a:bodyPr/>
        <a:lstStyle/>
        <a:p>
          <a:endParaRPr lang="en-US" sz="1700"/>
        </a:p>
      </dgm:t>
    </dgm:pt>
    <dgm:pt modelId="{D002D907-54DA-4026-A7B2-7F56E9250694}" type="sibTrans" cxnId="{FC22EEA0-DC66-4ED0-A5C5-06E51E7EAA6A}">
      <dgm:prSet/>
      <dgm:spPr/>
      <dgm:t>
        <a:bodyPr/>
        <a:lstStyle/>
        <a:p>
          <a:endParaRPr lang="en-US" sz="1700"/>
        </a:p>
      </dgm:t>
    </dgm:pt>
    <dgm:pt modelId="{69D4D328-210E-4636-BD55-32EB19F9DF02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700" dirty="0"/>
            <a:t>modèle non linéaire</a:t>
          </a:r>
          <a:endParaRPr lang="en-US" sz="1700" dirty="0"/>
        </a:p>
      </dgm:t>
    </dgm:pt>
    <dgm:pt modelId="{EC70C7B1-3638-4812-BE3A-D47B9AE25CB0}" type="parTrans" cxnId="{DD98A848-4048-4081-8368-F726C4785E14}">
      <dgm:prSet/>
      <dgm:spPr/>
      <dgm:t>
        <a:bodyPr/>
        <a:lstStyle/>
        <a:p>
          <a:endParaRPr lang="en-US" sz="1700"/>
        </a:p>
      </dgm:t>
    </dgm:pt>
    <dgm:pt modelId="{555D658F-2D03-4AF2-9C11-ACDF2D3C2233}" type="sibTrans" cxnId="{DD98A848-4048-4081-8368-F726C4785E14}">
      <dgm:prSet/>
      <dgm:spPr/>
      <dgm:t>
        <a:bodyPr/>
        <a:lstStyle/>
        <a:p>
          <a:endParaRPr lang="en-US" sz="1700"/>
        </a:p>
      </dgm:t>
    </dgm:pt>
    <dgm:pt modelId="{ECA9EBA7-C111-4D60-8FEA-9788F44478B6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700" dirty="0"/>
            <a:t>prédictions non bornées</a:t>
          </a:r>
          <a:endParaRPr lang="en-US" sz="1700" dirty="0"/>
        </a:p>
      </dgm:t>
    </dgm:pt>
    <dgm:pt modelId="{DE723AE8-59FF-4729-8E0B-98231ACC4137}" type="parTrans" cxnId="{5365B77F-4003-4DB9-956C-D2C677ACA538}">
      <dgm:prSet/>
      <dgm:spPr/>
      <dgm:t>
        <a:bodyPr/>
        <a:lstStyle/>
        <a:p>
          <a:endParaRPr lang="en-US" sz="1700"/>
        </a:p>
      </dgm:t>
    </dgm:pt>
    <dgm:pt modelId="{08A36BEE-92F3-4B9B-A802-BD0F793FCAD1}" type="sibTrans" cxnId="{5365B77F-4003-4DB9-956C-D2C677ACA538}">
      <dgm:prSet/>
      <dgm:spPr/>
      <dgm:t>
        <a:bodyPr/>
        <a:lstStyle/>
        <a:p>
          <a:endParaRPr lang="en-US" sz="1700"/>
        </a:p>
      </dgm:t>
    </dgm:pt>
    <dgm:pt modelId="{B29EDE61-074C-4CDB-978E-939A8F9794C3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700" dirty="0"/>
            <a:t>sortie probabiliste</a:t>
          </a:r>
          <a:endParaRPr lang="en-US" sz="1700" dirty="0"/>
        </a:p>
      </dgm:t>
    </dgm:pt>
    <dgm:pt modelId="{916EAC21-C916-4321-9863-29C8D206200C}" type="parTrans" cxnId="{466050A2-D963-4E0B-B7D3-161A355012D7}">
      <dgm:prSet/>
      <dgm:spPr/>
      <dgm:t>
        <a:bodyPr/>
        <a:lstStyle/>
        <a:p>
          <a:endParaRPr lang="en-US" sz="1700"/>
        </a:p>
      </dgm:t>
    </dgm:pt>
    <dgm:pt modelId="{07FE3BF8-45FF-40ED-8EA0-519E6AD91C19}" type="sibTrans" cxnId="{466050A2-D963-4E0B-B7D3-161A355012D7}">
      <dgm:prSet/>
      <dgm:spPr/>
      <dgm:t>
        <a:bodyPr/>
        <a:lstStyle/>
        <a:p>
          <a:endParaRPr lang="en-US" sz="1700"/>
        </a:p>
      </dgm:t>
    </dgm:pt>
    <dgm:pt modelId="{D80088C6-E33F-468C-9074-41A73DED4ED0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700" dirty="0"/>
            <a:t>Interprétable</a:t>
          </a:r>
          <a:endParaRPr lang="en-US" sz="1700" dirty="0"/>
        </a:p>
      </dgm:t>
    </dgm:pt>
    <dgm:pt modelId="{7F54B440-50A5-4B16-BC5F-5225628EE12F}" type="parTrans" cxnId="{E803AD2B-F1DF-4100-9301-6E163AF71A8C}">
      <dgm:prSet/>
      <dgm:spPr/>
      <dgm:t>
        <a:bodyPr/>
        <a:lstStyle/>
        <a:p>
          <a:endParaRPr lang="en-US" sz="1700"/>
        </a:p>
      </dgm:t>
    </dgm:pt>
    <dgm:pt modelId="{ACBC26EA-2F8C-44A1-B05A-C4EDD5922EFC}" type="sibTrans" cxnId="{E803AD2B-F1DF-4100-9301-6E163AF71A8C}">
      <dgm:prSet/>
      <dgm:spPr/>
      <dgm:t>
        <a:bodyPr/>
        <a:lstStyle/>
        <a:p>
          <a:endParaRPr lang="en-US" sz="1700"/>
        </a:p>
      </dgm:t>
    </dgm:pt>
    <mc:AlternateContent xmlns:mc="http://schemas.openxmlformats.org/markup-compatibility/2006">
      <mc:Choice xmlns:a14="http://schemas.microsoft.com/office/drawing/2010/main" Requires="a14">
        <dgm:pt modelId="{86199B93-848B-40C4-A9EC-A1790A5CE9E4}">
          <dgm:prSet phldrT="[Texte]" custT="1"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14:m>
                <m:oMath xmlns:m="http://schemas.openxmlformats.org/officeDocument/2006/math">
                  <m:r>
                    <a:rPr lang="en-US" sz="1700" i="1" smtClean="0"/>
                    <m:t>𝑃</m:t>
                  </m:r>
                  <m:d>
                    <m:dPr>
                      <m:ctrlPr>
                        <a:rPr lang="en-US" sz="1700" i="1"/>
                      </m:ctrlPr>
                    </m:dPr>
                    <m:e>
                      <m:r>
                        <a:rPr lang="en-US" sz="1700" i="1"/>
                        <m:t>𝑌</m:t>
                      </m:r>
                      <m:r>
                        <a:rPr lang="en-US" sz="1700" i="0"/>
                        <m:t>=1∣</m:t>
                      </m:r>
                      <m:r>
                        <a:rPr lang="en-US" sz="1700" i="1"/>
                        <m:t>𝑋</m:t>
                      </m:r>
                    </m:e>
                  </m:d>
                  <m:r>
                    <a:rPr lang="en-US" sz="1700" i="0"/>
                    <m:t>=</m:t>
                  </m:r>
                  <m:f>
                    <m:fPr>
                      <m:ctrlPr>
                        <a:rPr lang="en-US" sz="1700" i="1"/>
                      </m:ctrlPr>
                    </m:fPr>
                    <m:num>
                      <m:r>
                        <a:rPr lang="en-US" sz="1700" i="0"/>
                        <m:t>1</m:t>
                      </m:r>
                    </m:num>
                    <m:den>
                      <m:r>
                        <a:rPr lang="en-US" sz="1700" i="0"/>
                        <m:t>1+</m:t>
                      </m:r>
                      <m:sSup>
                        <m:sSupPr>
                          <m:ctrlPr>
                            <a:rPr lang="en-US" sz="1700" i="1"/>
                          </m:ctrlPr>
                        </m:sSupPr>
                        <m:e>
                          <m:r>
                            <a:rPr lang="en-US" sz="1700" i="1"/>
                            <m:t>𝑒</m:t>
                          </m:r>
                        </m:e>
                        <m:sup>
                          <m:r>
                            <a:rPr lang="en-US" sz="1700" i="0"/>
                            <m:t>−</m:t>
                          </m:r>
                          <m:d>
                            <m:dPr>
                              <m:ctrlPr>
                                <a:rPr lang="en-US" sz="1700" i="1"/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700" i="1"/>
                                  </m:ctrlPr>
                                </m:sSupPr>
                                <m:e>
                                  <m:r>
                                    <a:rPr lang="en-US" sz="1700" i="1"/>
                                    <m:t>𝑤</m:t>
                                  </m:r>
                                </m:e>
                                <m:sup>
                                  <m:r>
                                    <a:rPr lang="en-US" sz="1700" i="1"/>
                                    <m:t>𝑇</m:t>
                                  </m:r>
                                </m:sup>
                              </m:sSup>
                              <m:r>
                                <a:rPr lang="en-US" sz="1700" i="1"/>
                                <m:t>𝑋</m:t>
                              </m:r>
                              <m:r>
                                <a:rPr lang="en-US" sz="1700" i="0"/>
                                <m:t>+</m:t>
                              </m:r>
                              <m:r>
                                <a:rPr lang="en-US" sz="1700" i="1"/>
                                <m:t>𝑏</m:t>
                              </m:r>
                            </m:e>
                          </m:d>
                        </m:sup>
                      </m:sSup>
                    </m:den>
                  </m:f>
                </m:oMath>
              </a14:m>
              <a:endParaRPr lang="en-US" sz="1700" dirty="0"/>
            </a:p>
          </dgm:t>
        </dgm:pt>
      </mc:Choice>
      <mc:Fallback>
        <dgm:pt modelId="{86199B93-848B-40C4-A9EC-A1790A5CE9E4}">
          <dgm:prSet phldrT="[Texte]" custT="1"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US" sz="1700" i="0"/>
                <a:t>𝑃(𝑌=1∣𝑋)=1/(1+𝑒^(−(𝑤^𝑇 𝑋+𝑏) ) )</a:t>
              </a:r>
              <a:endParaRPr lang="en-US" sz="1700" dirty="0"/>
            </a:p>
          </dgm:t>
        </dgm:pt>
      </mc:Fallback>
    </mc:AlternateContent>
    <dgm:pt modelId="{D15C4CD7-DE2C-4647-9726-C4044FE84323}" type="parTrans" cxnId="{51E15649-5294-4285-99B6-D4CE94D21889}">
      <dgm:prSet/>
      <dgm:spPr/>
      <dgm:t>
        <a:bodyPr/>
        <a:lstStyle/>
        <a:p>
          <a:endParaRPr lang="en-US" sz="1700"/>
        </a:p>
      </dgm:t>
    </dgm:pt>
    <dgm:pt modelId="{B99440FE-35CD-47A8-8C14-216130DA3996}" type="sibTrans" cxnId="{51E15649-5294-4285-99B6-D4CE94D21889}">
      <dgm:prSet/>
      <dgm:spPr/>
      <dgm:t>
        <a:bodyPr/>
        <a:lstStyle/>
        <a:p>
          <a:endParaRPr lang="en-US" sz="1700"/>
        </a:p>
      </dgm:t>
    </dgm:pt>
    <dgm:pt modelId="{1A056897-9F4C-4E6F-BB1A-3C789721A380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700" dirty="0"/>
            <a:t>capture interactions</a:t>
          </a:r>
          <a:endParaRPr lang="en-US" sz="1700" dirty="0"/>
        </a:p>
      </dgm:t>
    </dgm:pt>
    <dgm:pt modelId="{8BC62878-7275-4814-BA3C-2D93DDE3F326}" type="parTrans" cxnId="{63C0C32D-99E6-4A99-88C1-8B406D3EA990}">
      <dgm:prSet/>
      <dgm:spPr/>
      <dgm:t>
        <a:bodyPr/>
        <a:lstStyle/>
        <a:p>
          <a:endParaRPr lang="en-US" sz="1700"/>
        </a:p>
      </dgm:t>
    </dgm:pt>
    <dgm:pt modelId="{E8656A89-A212-44DC-B16C-95849BFBB4DB}" type="sibTrans" cxnId="{63C0C32D-99E6-4A99-88C1-8B406D3EA990}">
      <dgm:prSet/>
      <dgm:spPr/>
      <dgm:t>
        <a:bodyPr/>
        <a:lstStyle/>
        <a:p>
          <a:endParaRPr lang="en-US" sz="1700"/>
        </a:p>
      </dgm:t>
    </dgm:pt>
    <dgm:pt modelId="{5938B07C-AA20-46CF-9E80-D1973F8D5545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700" dirty="0"/>
            <a:t>plus flexible</a:t>
          </a:r>
          <a:endParaRPr lang="en-US" sz="1700" dirty="0"/>
        </a:p>
      </dgm:t>
    </dgm:pt>
    <dgm:pt modelId="{AD58A418-1DEE-4208-AD3F-9F848D87659F}" type="parTrans" cxnId="{7CA58496-C0F3-4E06-A203-B0A123D52549}">
      <dgm:prSet/>
      <dgm:spPr/>
      <dgm:t>
        <a:bodyPr/>
        <a:lstStyle/>
        <a:p>
          <a:endParaRPr lang="en-US" sz="1700"/>
        </a:p>
      </dgm:t>
    </dgm:pt>
    <dgm:pt modelId="{4870AD17-5DD2-455E-BC8F-B08654199D35}" type="sibTrans" cxnId="{7CA58496-C0F3-4E06-A203-B0A123D52549}">
      <dgm:prSet/>
      <dgm:spPr/>
      <dgm:t>
        <a:bodyPr/>
        <a:lstStyle/>
        <a:p>
          <a:endParaRPr lang="en-US" sz="1700"/>
        </a:p>
      </dgm:t>
    </dgm:pt>
    <dgm:pt modelId="{D256DD96-0858-4A75-BBA0-6D461C0885FD}" type="pres">
      <dgm:prSet presAssocID="{73AA68E2-2604-4B99-A17F-748294B6533E}" presName="Name0" presStyleCnt="0">
        <dgm:presLayoutVars>
          <dgm:dir/>
          <dgm:animLvl val="lvl"/>
          <dgm:resizeHandles val="exact"/>
        </dgm:presLayoutVars>
      </dgm:prSet>
      <dgm:spPr/>
    </dgm:pt>
    <dgm:pt modelId="{A01746C8-8573-4445-9F9A-6516F9A4C153}" type="pres">
      <dgm:prSet presAssocID="{73AA68E2-2604-4B99-A17F-748294B6533E}" presName="tSp" presStyleCnt="0"/>
      <dgm:spPr/>
    </dgm:pt>
    <dgm:pt modelId="{450F543F-0A3C-40CB-ABAE-A19D6DB65942}" type="pres">
      <dgm:prSet presAssocID="{73AA68E2-2604-4B99-A17F-748294B6533E}" presName="bSp" presStyleCnt="0"/>
      <dgm:spPr/>
    </dgm:pt>
    <dgm:pt modelId="{2DFA6A4B-E229-42D6-B3A7-88B7C7D64E4F}" type="pres">
      <dgm:prSet presAssocID="{73AA68E2-2604-4B99-A17F-748294B6533E}" presName="process" presStyleCnt="0"/>
      <dgm:spPr/>
    </dgm:pt>
    <dgm:pt modelId="{7646F1CA-E63C-42CB-AEC7-8608351CA772}" type="pres">
      <dgm:prSet presAssocID="{AA0CB5B5-5704-4D60-8007-7A32BBCA71E4}" presName="composite1" presStyleCnt="0"/>
      <dgm:spPr/>
    </dgm:pt>
    <dgm:pt modelId="{FDCEFF19-7B6B-405F-9AEA-70C8891AC0EC}" type="pres">
      <dgm:prSet presAssocID="{AA0CB5B5-5704-4D60-8007-7A32BBCA71E4}" presName="dummyNode1" presStyleLbl="node1" presStyleIdx="0" presStyleCnt="3"/>
      <dgm:spPr/>
    </dgm:pt>
    <dgm:pt modelId="{3269836F-2323-4D79-8C2B-7FDF9059D0A3}" type="pres">
      <dgm:prSet presAssocID="{AA0CB5B5-5704-4D60-8007-7A32BBCA71E4}" presName="childNode1" presStyleLbl="bgAcc1" presStyleIdx="0" presStyleCnt="3">
        <dgm:presLayoutVars>
          <dgm:bulletEnabled val="1"/>
        </dgm:presLayoutVars>
      </dgm:prSet>
      <dgm:spPr/>
    </dgm:pt>
    <dgm:pt modelId="{61727B80-042E-4966-984A-07F4D73AE47E}" type="pres">
      <dgm:prSet presAssocID="{AA0CB5B5-5704-4D60-8007-7A32BBCA71E4}" presName="childNode1tx" presStyleLbl="bgAcc1" presStyleIdx="0" presStyleCnt="3">
        <dgm:presLayoutVars>
          <dgm:bulletEnabled val="1"/>
        </dgm:presLayoutVars>
      </dgm:prSet>
      <dgm:spPr/>
    </dgm:pt>
    <dgm:pt modelId="{060801E8-9151-4C83-A0DA-34B9E3939D2C}" type="pres">
      <dgm:prSet presAssocID="{AA0CB5B5-5704-4D60-8007-7A32BBCA71E4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6148663E-26E3-46F4-A1BA-62CBDA190EBB}" type="pres">
      <dgm:prSet presAssocID="{AA0CB5B5-5704-4D60-8007-7A32BBCA71E4}" presName="connSite1" presStyleCnt="0"/>
      <dgm:spPr/>
    </dgm:pt>
    <dgm:pt modelId="{BFA8CCAE-0692-4AA4-8C77-D8A305014BC1}" type="pres">
      <dgm:prSet presAssocID="{3B8F5BE3-B33F-4BB0-A0B8-B1BAFF36256F}" presName="Name9" presStyleLbl="sibTrans2D1" presStyleIdx="0" presStyleCnt="2"/>
      <dgm:spPr/>
    </dgm:pt>
    <dgm:pt modelId="{5CE5F1AC-5AB0-451C-AE83-82C2F82FAB7E}" type="pres">
      <dgm:prSet presAssocID="{54FA9839-806E-4936-BA19-87921F4BE4DE}" presName="composite2" presStyleCnt="0"/>
      <dgm:spPr/>
    </dgm:pt>
    <dgm:pt modelId="{B192462A-B8BD-451E-A078-C8A312F666CC}" type="pres">
      <dgm:prSet presAssocID="{54FA9839-806E-4936-BA19-87921F4BE4DE}" presName="dummyNode2" presStyleLbl="node1" presStyleIdx="0" presStyleCnt="3"/>
      <dgm:spPr/>
    </dgm:pt>
    <dgm:pt modelId="{5A909261-CDB7-4D13-B071-61FA4802A737}" type="pres">
      <dgm:prSet presAssocID="{54FA9839-806E-4936-BA19-87921F4BE4DE}" presName="childNode2" presStyleLbl="bgAcc1" presStyleIdx="1" presStyleCnt="3">
        <dgm:presLayoutVars>
          <dgm:bulletEnabled val="1"/>
        </dgm:presLayoutVars>
      </dgm:prSet>
      <dgm:spPr/>
    </dgm:pt>
    <dgm:pt modelId="{70CB5067-8E0E-41D4-8340-864AB55DAC79}" type="pres">
      <dgm:prSet presAssocID="{54FA9839-806E-4936-BA19-87921F4BE4DE}" presName="childNode2tx" presStyleLbl="bgAcc1" presStyleIdx="1" presStyleCnt="3">
        <dgm:presLayoutVars>
          <dgm:bulletEnabled val="1"/>
        </dgm:presLayoutVars>
      </dgm:prSet>
      <dgm:spPr/>
    </dgm:pt>
    <dgm:pt modelId="{BEB60B7B-9228-457B-80A3-B2ECAAA90ED0}" type="pres">
      <dgm:prSet presAssocID="{54FA9839-806E-4936-BA19-87921F4BE4DE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8F889046-661E-4B36-A6C1-2A1EDA2F7234}" type="pres">
      <dgm:prSet presAssocID="{54FA9839-806E-4936-BA19-87921F4BE4DE}" presName="connSite2" presStyleCnt="0"/>
      <dgm:spPr/>
    </dgm:pt>
    <dgm:pt modelId="{2A2CDCBC-2C70-485A-9B83-91EB7B7560F1}" type="pres">
      <dgm:prSet presAssocID="{7EFFF09A-6057-4995-B477-51E3FE1CCAC6}" presName="Name18" presStyleLbl="sibTrans2D1" presStyleIdx="1" presStyleCnt="2"/>
      <dgm:spPr/>
    </dgm:pt>
    <dgm:pt modelId="{F792AFF8-06F2-4612-9480-234FE973F13E}" type="pres">
      <dgm:prSet presAssocID="{D1F1F783-5492-403E-876C-E93FA6B4A2EF}" presName="composite1" presStyleCnt="0"/>
      <dgm:spPr/>
    </dgm:pt>
    <dgm:pt modelId="{3A4AE543-4AA3-46A4-BE06-6F215016EDC1}" type="pres">
      <dgm:prSet presAssocID="{D1F1F783-5492-403E-876C-E93FA6B4A2EF}" presName="dummyNode1" presStyleLbl="node1" presStyleIdx="1" presStyleCnt="3"/>
      <dgm:spPr/>
    </dgm:pt>
    <dgm:pt modelId="{69E8EEB1-EB7B-4AC7-B191-C42E977A1741}" type="pres">
      <dgm:prSet presAssocID="{D1F1F783-5492-403E-876C-E93FA6B4A2EF}" presName="childNode1" presStyleLbl="bgAcc1" presStyleIdx="2" presStyleCnt="3">
        <dgm:presLayoutVars>
          <dgm:bulletEnabled val="1"/>
        </dgm:presLayoutVars>
      </dgm:prSet>
      <dgm:spPr/>
    </dgm:pt>
    <dgm:pt modelId="{8AA103A6-9559-443F-B24B-EB59B19A0EA8}" type="pres">
      <dgm:prSet presAssocID="{D1F1F783-5492-403E-876C-E93FA6B4A2EF}" presName="childNode1tx" presStyleLbl="bgAcc1" presStyleIdx="2" presStyleCnt="3">
        <dgm:presLayoutVars>
          <dgm:bulletEnabled val="1"/>
        </dgm:presLayoutVars>
      </dgm:prSet>
      <dgm:spPr/>
    </dgm:pt>
    <dgm:pt modelId="{BFF8D521-469B-4C4E-8729-1FB451316B1D}" type="pres">
      <dgm:prSet presAssocID="{D1F1F783-5492-403E-876C-E93FA6B4A2EF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22E3647D-4E2F-4A67-BEB9-D16B87D884A3}" type="pres">
      <dgm:prSet presAssocID="{D1F1F783-5492-403E-876C-E93FA6B4A2EF}" presName="connSite1" presStyleCnt="0"/>
      <dgm:spPr/>
    </dgm:pt>
  </dgm:ptLst>
  <dgm:cxnLst>
    <dgm:cxn modelId="{BA6DE21A-8D46-40E4-9430-973296C7CB0C}" type="presOf" srcId="{5938B07C-AA20-46CF-9E80-D1973F8D5545}" destId="{8AA103A6-9559-443F-B24B-EB59B19A0EA8}" srcOrd="1" destOrd="2" presId="urn:microsoft.com/office/officeart/2005/8/layout/hProcess4"/>
    <dgm:cxn modelId="{CEF5CC1D-D61C-4324-86E1-BB8084CF7704}" type="presOf" srcId="{1A056897-9F4C-4E6F-BB1A-3C789721A380}" destId="{69E8EEB1-EB7B-4AC7-B191-C42E977A1741}" srcOrd="0" destOrd="1" presId="urn:microsoft.com/office/officeart/2005/8/layout/hProcess4"/>
    <dgm:cxn modelId="{23903B21-5DD4-4CAD-96B0-01A96797512D}" type="presOf" srcId="{86199B93-848B-40C4-A9EC-A1790A5CE9E4}" destId="{70CB5067-8E0E-41D4-8340-864AB55DAC79}" srcOrd="1" destOrd="3" presId="urn:microsoft.com/office/officeart/2005/8/layout/hProcess4"/>
    <dgm:cxn modelId="{C10C9B23-D184-4119-8320-F6E55ADAEE94}" type="presOf" srcId="{5938B07C-AA20-46CF-9E80-D1973F8D5545}" destId="{69E8EEB1-EB7B-4AC7-B191-C42E977A1741}" srcOrd="0" destOrd="2" presId="urn:microsoft.com/office/officeart/2005/8/layout/hProcess4"/>
    <dgm:cxn modelId="{466AEF24-4A25-405C-BC3A-140707B48AED}" type="presOf" srcId="{D1F1F783-5492-403E-876C-E93FA6B4A2EF}" destId="{BFF8D521-469B-4C4E-8729-1FB451316B1D}" srcOrd="0" destOrd="0" presId="urn:microsoft.com/office/officeart/2005/8/layout/hProcess4"/>
    <dgm:cxn modelId="{E803AD2B-F1DF-4100-9301-6E163AF71A8C}" srcId="{54FA9839-806E-4936-BA19-87921F4BE4DE}" destId="{D80088C6-E33F-468C-9074-41A73DED4ED0}" srcOrd="2" destOrd="0" parTransId="{7F54B440-50A5-4B16-BC5F-5225628EE12F}" sibTransId="{ACBC26EA-2F8C-44A1-B05A-C4EDD5922EFC}"/>
    <dgm:cxn modelId="{63C0C32D-99E6-4A99-88C1-8B406D3EA990}" srcId="{D1F1F783-5492-403E-876C-E93FA6B4A2EF}" destId="{1A056897-9F4C-4E6F-BB1A-3C789721A380}" srcOrd="1" destOrd="0" parTransId="{8BC62878-7275-4814-BA3C-2D93DDE3F326}" sibTransId="{E8656A89-A212-44DC-B16C-95849BFBB4DB}"/>
    <dgm:cxn modelId="{369A152E-6B4C-41B8-B375-A415BA97B08F}" type="presOf" srcId="{69D4D328-210E-4636-BD55-32EB19F9DF02}" destId="{69E8EEB1-EB7B-4AC7-B191-C42E977A1741}" srcOrd="0" destOrd="0" presId="urn:microsoft.com/office/officeart/2005/8/layout/hProcess4"/>
    <dgm:cxn modelId="{988D1636-A55C-4CBE-AB13-64399D784439}" type="presOf" srcId="{7EFFF09A-6057-4995-B477-51E3FE1CCAC6}" destId="{2A2CDCBC-2C70-485A-9B83-91EB7B7560F1}" srcOrd="0" destOrd="0" presId="urn:microsoft.com/office/officeart/2005/8/layout/hProcess4"/>
    <dgm:cxn modelId="{55EC9936-6D35-40E3-A4E5-B23B8CF579D1}" srcId="{73AA68E2-2604-4B99-A17F-748294B6533E}" destId="{54FA9839-806E-4936-BA19-87921F4BE4DE}" srcOrd="1" destOrd="0" parTransId="{E6DD0579-6E0F-4D41-A092-0B3C117B89A2}" sibTransId="{7EFFF09A-6057-4995-B477-51E3FE1CCAC6}"/>
    <dgm:cxn modelId="{92C55640-26F9-4D71-80EF-3789CFCC39AA}" type="presOf" srcId="{D80088C6-E33F-468C-9074-41A73DED4ED0}" destId="{5A909261-CDB7-4D13-B071-61FA4802A737}" srcOrd="0" destOrd="2" presId="urn:microsoft.com/office/officeart/2005/8/layout/hProcess4"/>
    <dgm:cxn modelId="{227C8B65-BE57-48BE-9B4D-CC34946CAD31}" type="presOf" srcId="{B29EDE61-074C-4CDB-978E-939A8F9794C3}" destId="{5A909261-CDB7-4D13-B071-61FA4802A737}" srcOrd="0" destOrd="1" presId="urn:microsoft.com/office/officeart/2005/8/layout/hProcess4"/>
    <dgm:cxn modelId="{B2F8A068-2D06-4352-82FE-13DFB96837B0}" type="presOf" srcId="{1445A68E-22B2-41F2-81EF-AB84EEA55032}" destId="{70CB5067-8E0E-41D4-8340-864AB55DAC79}" srcOrd="1" destOrd="0" presId="urn:microsoft.com/office/officeart/2005/8/layout/hProcess4"/>
    <dgm:cxn modelId="{DD98A848-4048-4081-8368-F726C4785E14}" srcId="{D1F1F783-5492-403E-876C-E93FA6B4A2EF}" destId="{69D4D328-210E-4636-BD55-32EB19F9DF02}" srcOrd="0" destOrd="0" parTransId="{EC70C7B1-3638-4812-BE3A-D47B9AE25CB0}" sibTransId="{555D658F-2D03-4AF2-9C11-ACDF2D3C2233}"/>
    <dgm:cxn modelId="{51E15649-5294-4285-99B6-D4CE94D21889}" srcId="{54FA9839-806E-4936-BA19-87921F4BE4DE}" destId="{86199B93-848B-40C4-A9EC-A1790A5CE9E4}" srcOrd="3" destOrd="0" parTransId="{D15C4CD7-DE2C-4647-9726-C4044FE84323}" sibTransId="{B99440FE-35CD-47A8-8C14-216130DA3996}"/>
    <dgm:cxn modelId="{89C5346B-027E-4317-9219-ABD634CF1B6A}" type="presOf" srcId="{73AA68E2-2604-4B99-A17F-748294B6533E}" destId="{D256DD96-0858-4A75-BBA0-6D461C0885FD}" srcOrd="0" destOrd="0" presId="urn:microsoft.com/office/officeart/2005/8/layout/hProcess4"/>
    <dgm:cxn modelId="{A869444C-6FBF-4A71-831F-6B352D70B8BE}" type="presOf" srcId="{AA0CB5B5-5704-4D60-8007-7A32BBCA71E4}" destId="{060801E8-9151-4C83-A0DA-34B9E3939D2C}" srcOrd="0" destOrd="0" presId="urn:microsoft.com/office/officeart/2005/8/layout/hProcess4"/>
    <dgm:cxn modelId="{C4FDBA4F-1945-4885-831F-00FE43B72717}" type="presOf" srcId="{D80088C6-E33F-468C-9074-41A73DED4ED0}" destId="{70CB5067-8E0E-41D4-8340-864AB55DAC79}" srcOrd="1" destOrd="2" presId="urn:microsoft.com/office/officeart/2005/8/layout/hProcess4"/>
    <dgm:cxn modelId="{7F47A250-AD18-4878-9E09-08FB74299F02}" srcId="{54FA9839-806E-4936-BA19-87921F4BE4DE}" destId="{1445A68E-22B2-41F2-81EF-AB84EEA55032}" srcOrd="0" destOrd="0" parTransId="{008076FC-B4B4-45CD-8A77-35A8F7B2591E}" sibTransId="{89A6AB8B-3887-40A8-B1F3-F49E3024C3B5}"/>
    <dgm:cxn modelId="{F059BB52-26DC-4CA2-BAE0-68851E36485E}" type="presOf" srcId="{1877BAF0-2316-412C-8B6E-388A741C9B8F}" destId="{3269836F-2323-4D79-8C2B-7FDF9059D0A3}" srcOrd="0" destOrd="0" presId="urn:microsoft.com/office/officeart/2005/8/layout/hProcess4"/>
    <dgm:cxn modelId="{ACB75053-17A9-4A86-9C72-46E5BC64FB9B}" type="presOf" srcId="{B29EDE61-074C-4CDB-978E-939A8F9794C3}" destId="{70CB5067-8E0E-41D4-8340-864AB55DAC79}" srcOrd="1" destOrd="1" presId="urn:microsoft.com/office/officeart/2005/8/layout/hProcess4"/>
    <dgm:cxn modelId="{E4897676-5AA9-4F06-80D1-B8FF5A919567}" type="presOf" srcId="{1877BAF0-2316-412C-8B6E-388A741C9B8F}" destId="{61727B80-042E-4966-984A-07F4D73AE47E}" srcOrd="1" destOrd="0" presId="urn:microsoft.com/office/officeart/2005/8/layout/hProcess4"/>
    <dgm:cxn modelId="{5365B77F-4003-4DB9-956C-D2C677ACA538}" srcId="{AA0CB5B5-5704-4D60-8007-7A32BBCA71E4}" destId="{ECA9EBA7-C111-4D60-8FEA-9788F44478B6}" srcOrd="1" destOrd="0" parTransId="{DE723AE8-59FF-4729-8E0B-98231ACC4137}" sibTransId="{08A36BEE-92F3-4B9B-A802-BD0F793FCAD1}"/>
    <dgm:cxn modelId="{BDD73784-D1D6-4822-97D6-19E3F58655DF}" type="presOf" srcId="{ECA9EBA7-C111-4D60-8FEA-9788F44478B6}" destId="{61727B80-042E-4966-984A-07F4D73AE47E}" srcOrd="1" destOrd="1" presId="urn:microsoft.com/office/officeart/2005/8/layout/hProcess4"/>
    <dgm:cxn modelId="{7CA58496-C0F3-4E06-A203-B0A123D52549}" srcId="{D1F1F783-5492-403E-876C-E93FA6B4A2EF}" destId="{5938B07C-AA20-46CF-9E80-D1973F8D5545}" srcOrd="2" destOrd="0" parTransId="{AD58A418-1DEE-4208-AD3F-9F848D87659F}" sibTransId="{4870AD17-5DD2-455E-BC8F-B08654199D35}"/>
    <dgm:cxn modelId="{FC22EEA0-DC66-4ED0-A5C5-06E51E7EAA6A}" srcId="{73AA68E2-2604-4B99-A17F-748294B6533E}" destId="{D1F1F783-5492-403E-876C-E93FA6B4A2EF}" srcOrd="2" destOrd="0" parTransId="{858117C4-C1B2-4558-9B81-887E6DE85BFA}" sibTransId="{D002D907-54DA-4026-A7B2-7F56E9250694}"/>
    <dgm:cxn modelId="{93A0CBA1-1F52-46D9-84FA-7BEFD639FBD8}" srcId="{AA0CB5B5-5704-4D60-8007-7A32BBCA71E4}" destId="{1877BAF0-2316-412C-8B6E-388A741C9B8F}" srcOrd="0" destOrd="0" parTransId="{40AA5B78-8A21-4628-86FD-0E43FFD381EB}" sibTransId="{F94F253F-B83D-4BA5-B626-214D7BA867AF}"/>
    <dgm:cxn modelId="{466050A2-D963-4E0B-B7D3-161A355012D7}" srcId="{54FA9839-806E-4936-BA19-87921F4BE4DE}" destId="{B29EDE61-074C-4CDB-978E-939A8F9794C3}" srcOrd="1" destOrd="0" parTransId="{916EAC21-C916-4321-9863-29C8D206200C}" sibTransId="{07FE3BF8-45FF-40ED-8EA0-519E6AD91C19}"/>
    <dgm:cxn modelId="{A47FA8AF-EF16-4160-8C9F-524E80A3A7F4}" type="presOf" srcId="{54FA9839-806E-4936-BA19-87921F4BE4DE}" destId="{BEB60B7B-9228-457B-80A3-B2ECAAA90ED0}" srcOrd="0" destOrd="0" presId="urn:microsoft.com/office/officeart/2005/8/layout/hProcess4"/>
    <dgm:cxn modelId="{C465FCB3-DFEF-4B33-923B-E307BD2F8F99}" type="presOf" srcId="{3B8F5BE3-B33F-4BB0-A0B8-B1BAFF36256F}" destId="{BFA8CCAE-0692-4AA4-8C77-D8A305014BC1}" srcOrd="0" destOrd="0" presId="urn:microsoft.com/office/officeart/2005/8/layout/hProcess4"/>
    <dgm:cxn modelId="{4D1D19B8-0E8F-444B-8A6F-22D9485AB4FA}" type="presOf" srcId="{1445A68E-22B2-41F2-81EF-AB84EEA55032}" destId="{5A909261-CDB7-4D13-B071-61FA4802A737}" srcOrd="0" destOrd="0" presId="urn:microsoft.com/office/officeart/2005/8/layout/hProcess4"/>
    <dgm:cxn modelId="{47BFF4DF-1124-4CA2-9358-0FEB13DE8CA0}" type="presOf" srcId="{1A056897-9F4C-4E6F-BB1A-3C789721A380}" destId="{8AA103A6-9559-443F-B24B-EB59B19A0EA8}" srcOrd="1" destOrd="1" presId="urn:microsoft.com/office/officeart/2005/8/layout/hProcess4"/>
    <dgm:cxn modelId="{42FCFADF-8BD0-489C-A42F-BC6D78D10CED}" type="presOf" srcId="{69D4D328-210E-4636-BD55-32EB19F9DF02}" destId="{8AA103A6-9559-443F-B24B-EB59B19A0EA8}" srcOrd="1" destOrd="0" presId="urn:microsoft.com/office/officeart/2005/8/layout/hProcess4"/>
    <dgm:cxn modelId="{120FE9E6-1351-4513-904C-8138814B25D1}" type="presOf" srcId="{ECA9EBA7-C111-4D60-8FEA-9788F44478B6}" destId="{3269836F-2323-4D79-8C2B-7FDF9059D0A3}" srcOrd="0" destOrd="1" presId="urn:microsoft.com/office/officeart/2005/8/layout/hProcess4"/>
    <dgm:cxn modelId="{899688F0-6A75-4334-A70C-8BC1D1193DBB}" srcId="{73AA68E2-2604-4B99-A17F-748294B6533E}" destId="{AA0CB5B5-5704-4D60-8007-7A32BBCA71E4}" srcOrd="0" destOrd="0" parTransId="{50060DEA-0D22-4C29-AAF2-4D5AC42FB451}" sibTransId="{3B8F5BE3-B33F-4BB0-A0B8-B1BAFF36256F}"/>
    <dgm:cxn modelId="{FF3FBDF3-EAA7-4C4B-9EF9-1766A37F571F}" type="presOf" srcId="{86199B93-848B-40C4-A9EC-A1790A5CE9E4}" destId="{5A909261-CDB7-4D13-B071-61FA4802A737}" srcOrd="0" destOrd="3" presId="urn:microsoft.com/office/officeart/2005/8/layout/hProcess4"/>
    <dgm:cxn modelId="{585BEBA0-2926-42B0-9D5E-00F5D0396433}" type="presParOf" srcId="{D256DD96-0858-4A75-BBA0-6D461C0885FD}" destId="{A01746C8-8573-4445-9F9A-6516F9A4C153}" srcOrd="0" destOrd="0" presId="urn:microsoft.com/office/officeart/2005/8/layout/hProcess4"/>
    <dgm:cxn modelId="{FDA2D156-ADFC-4262-9B01-A858E1AEC581}" type="presParOf" srcId="{D256DD96-0858-4A75-BBA0-6D461C0885FD}" destId="{450F543F-0A3C-40CB-ABAE-A19D6DB65942}" srcOrd="1" destOrd="0" presId="urn:microsoft.com/office/officeart/2005/8/layout/hProcess4"/>
    <dgm:cxn modelId="{F136AC5E-49F5-45F0-AEC2-A6D48FD8F48A}" type="presParOf" srcId="{D256DD96-0858-4A75-BBA0-6D461C0885FD}" destId="{2DFA6A4B-E229-42D6-B3A7-88B7C7D64E4F}" srcOrd="2" destOrd="0" presId="urn:microsoft.com/office/officeart/2005/8/layout/hProcess4"/>
    <dgm:cxn modelId="{B656883B-F4EB-40E4-8B21-F865292994F1}" type="presParOf" srcId="{2DFA6A4B-E229-42D6-B3A7-88B7C7D64E4F}" destId="{7646F1CA-E63C-42CB-AEC7-8608351CA772}" srcOrd="0" destOrd="0" presId="urn:microsoft.com/office/officeart/2005/8/layout/hProcess4"/>
    <dgm:cxn modelId="{18AE52B2-8043-4CEF-8DA0-C97F3BF6918A}" type="presParOf" srcId="{7646F1CA-E63C-42CB-AEC7-8608351CA772}" destId="{FDCEFF19-7B6B-405F-9AEA-70C8891AC0EC}" srcOrd="0" destOrd="0" presId="urn:microsoft.com/office/officeart/2005/8/layout/hProcess4"/>
    <dgm:cxn modelId="{D62DF714-D25D-4502-AB57-F2C260502341}" type="presParOf" srcId="{7646F1CA-E63C-42CB-AEC7-8608351CA772}" destId="{3269836F-2323-4D79-8C2B-7FDF9059D0A3}" srcOrd="1" destOrd="0" presId="urn:microsoft.com/office/officeart/2005/8/layout/hProcess4"/>
    <dgm:cxn modelId="{78D1890C-BC96-4511-B66D-F18540A529AB}" type="presParOf" srcId="{7646F1CA-E63C-42CB-AEC7-8608351CA772}" destId="{61727B80-042E-4966-984A-07F4D73AE47E}" srcOrd="2" destOrd="0" presId="urn:microsoft.com/office/officeart/2005/8/layout/hProcess4"/>
    <dgm:cxn modelId="{92A99195-B53B-4B35-B114-3A5CB946714A}" type="presParOf" srcId="{7646F1CA-E63C-42CB-AEC7-8608351CA772}" destId="{060801E8-9151-4C83-A0DA-34B9E3939D2C}" srcOrd="3" destOrd="0" presId="urn:microsoft.com/office/officeart/2005/8/layout/hProcess4"/>
    <dgm:cxn modelId="{E54704CA-D4FD-4BE8-AE9C-8BCC5CFC36F4}" type="presParOf" srcId="{7646F1CA-E63C-42CB-AEC7-8608351CA772}" destId="{6148663E-26E3-46F4-A1BA-62CBDA190EBB}" srcOrd="4" destOrd="0" presId="urn:microsoft.com/office/officeart/2005/8/layout/hProcess4"/>
    <dgm:cxn modelId="{BF4F645B-88D5-40A9-B8DE-BEFF80551EE4}" type="presParOf" srcId="{2DFA6A4B-E229-42D6-B3A7-88B7C7D64E4F}" destId="{BFA8CCAE-0692-4AA4-8C77-D8A305014BC1}" srcOrd="1" destOrd="0" presId="urn:microsoft.com/office/officeart/2005/8/layout/hProcess4"/>
    <dgm:cxn modelId="{C94FE8BD-62D8-4414-8E6C-03AC632C4FD0}" type="presParOf" srcId="{2DFA6A4B-E229-42D6-B3A7-88B7C7D64E4F}" destId="{5CE5F1AC-5AB0-451C-AE83-82C2F82FAB7E}" srcOrd="2" destOrd="0" presId="urn:microsoft.com/office/officeart/2005/8/layout/hProcess4"/>
    <dgm:cxn modelId="{0237CAE3-6294-4D94-BA22-1B1C9D2A19E8}" type="presParOf" srcId="{5CE5F1AC-5AB0-451C-AE83-82C2F82FAB7E}" destId="{B192462A-B8BD-451E-A078-C8A312F666CC}" srcOrd="0" destOrd="0" presId="urn:microsoft.com/office/officeart/2005/8/layout/hProcess4"/>
    <dgm:cxn modelId="{A65EC4D4-3104-430D-9F4B-BA3177DA6162}" type="presParOf" srcId="{5CE5F1AC-5AB0-451C-AE83-82C2F82FAB7E}" destId="{5A909261-CDB7-4D13-B071-61FA4802A737}" srcOrd="1" destOrd="0" presId="urn:microsoft.com/office/officeart/2005/8/layout/hProcess4"/>
    <dgm:cxn modelId="{530FA52C-617E-4AAA-90AD-DACF2D35E952}" type="presParOf" srcId="{5CE5F1AC-5AB0-451C-AE83-82C2F82FAB7E}" destId="{70CB5067-8E0E-41D4-8340-864AB55DAC79}" srcOrd="2" destOrd="0" presId="urn:microsoft.com/office/officeart/2005/8/layout/hProcess4"/>
    <dgm:cxn modelId="{1BAAACF5-430E-4466-93D9-037A5E386858}" type="presParOf" srcId="{5CE5F1AC-5AB0-451C-AE83-82C2F82FAB7E}" destId="{BEB60B7B-9228-457B-80A3-B2ECAAA90ED0}" srcOrd="3" destOrd="0" presId="urn:microsoft.com/office/officeart/2005/8/layout/hProcess4"/>
    <dgm:cxn modelId="{12F37156-52E7-4ABB-BDB1-2184CED0CBB9}" type="presParOf" srcId="{5CE5F1AC-5AB0-451C-AE83-82C2F82FAB7E}" destId="{8F889046-661E-4B36-A6C1-2A1EDA2F7234}" srcOrd="4" destOrd="0" presId="urn:microsoft.com/office/officeart/2005/8/layout/hProcess4"/>
    <dgm:cxn modelId="{DBFF9FF6-D421-48DF-953F-AC0754AC1520}" type="presParOf" srcId="{2DFA6A4B-E229-42D6-B3A7-88B7C7D64E4F}" destId="{2A2CDCBC-2C70-485A-9B83-91EB7B7560F1}" srcOrd="3" destOrd="0" presId="urn:microsoft.com/office/officeart/2005/8/layout/hProcess4"/>
    <dgm:cxn modelId="{AB6638B8-C533-462A-A5F3-22309B631CFC}" type="presParOf" srcId="{2DFA6A4B-E229-42D6-B3A7-88B7C7D64E4F}" destId="{F792AFF8-06F2-4612-9480-234FE973F13E}" srcOrd="4" destOrd="0" presId="urn:microsoft.com/office/officeart/2005/8/layout/hProcess4"/>
    <dgm:cxn modelId="{0EB8BE66-5136-4446-9162-BD7730AC62D6}" type="presParOf" srcId="{F792AFF8-06F2-4612-9480-234FE973F13E}" destId="{3A4AE543-4AA3-46A4-BE06-6F215016EDC1}" srcOrd="0" destOrd="0" presId="urn:microsoft.com/office/officeart/2005/8/layout/hProcess4"/>
    <dgm:cxn modelId="{C44583A5-6EA5-4495-AF91-0972C75FB1E6}" type="presParOf" srcId="{F792AFF8-06F2-4612-9480-234FE973F13E}" destId="{69E8EEB1-EB7B-4AC7-B191-C42E977A1741}" srcOrd="1" destOrd="0" presId="urn:microsoft.com/office/officeart/2005/8/layout/hProcess4"/>
    <dgm:cxn modelId="{03133C64-288A-4B03-B753-E105CF6520BD}" type="presParOf" srcId="{F792AFF8-06F2-4612-9480-234FE973F13E}" destId="{8AA103A6-9559-443F-B24B-EB59B19A0EA8}" srcOrd="2" destOrd="0" presId="urn:microsoft.com/office/officeart/2005/8/layout/hProcess4"/>
    <dgm:cxn modelId="{D86E815A-E442-4E5A-95B6-5E8719B1FC04}" type="presParOf" srcId="{F792AFF8-06F2-4612-9480-234FE973F13E}" destId="{BFF8D521-469B-4C4E-8729-1FB451316B1D}" srcOrd="3" destOrd="0" presId="urn:microsoft.com/office/officeart/2005/8/layout/hProcess4"/>
    <dgm:cxn modelId="{AE086F73-D496-47D7-BAEA-4830B0F7876E}" type="presParOf" srcId="{F792AFF8-06F2-4612-9480-234FE973F13E}" destId="{22E3647D-4E2F-4A67-BEB9-D16B87D884A3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3AA68E2-2604-4B99-A17F-748294B6533E}" type="doc">
      <dgm:prSet loTypeId="urn:microsoft.com/office/officeart/2005/8/layout/hProcess4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A0CB5B5-5704-4D60-8007-7A32BBCA71E4}">
      <dgm:prSet phldrT="[Texte]" phldr="0" custT="1"/>
      <dgm:spPr/>
      <dgm:t>
        <a:bodyPr/>
        <a:lstStyle/>
        <a:p>
          <a:pPr>
            <a:buNone/>
          </a:pPr>
          <a:r>
            <a:rPr lang="en-US" sz="1700" dirty="0" err="1"/>
            <a:t>Régression</a:t>
          </a:r>
          <a:r>
            <a:rPr lang="en-US" sz="1700" dirty="0"/>
            <a:t> </a:t>
          </a:r>
          <a:r>
            <a:rPr lang="en-US" sz="1700" dirty="0" err="1"/>
            <a:t>Linéaire</a:t>
          </a:r>
          <a:endParaRPr lang="en-US" sz="1700" dirty="0"/>
        </a:p>
      </dgm:t>
    </dgm:pt>
    <dgm:pt modelId="{50060DEA-0D22-4C29-AAF2-4D5AC42FB451}" type="parTrans" cxnId="{899688F0-6A75-4334-A70C-8BC1D1193DBB}">
      <dgm:prSet/>
      <dgm:spPr/>
      <dgm:t>
        <a:bodyPr/>
        <a:lstStyle/>
        <a:p>
          <a:endParaRPr lang="en-US" sz="1700"/>
        </a:p>
      </dgm:t>
    </dgm:pt>
    <dgm:pt modelId="{3B8F5BE3-B33F-4BB0-A0B8-B1BAFF36256F}" type="sibTrans" cxnId="{899688F0-6A75-4334-A70C-8BC1D1193DBB}">
      <dgm:prSet/>
      <dgm:spPr/>
      <dgm:t>
        <a:bodyPr/>
        <a:lstStyle/>
        <a:p>
          <a:endParaRPr lang="en-US" sz="1700"/>
        </a:p>
      </dgm:t>
    </dgm:pt>
    <dgm:pt modelId="{1877BAF0-2316-412C-8B6E-388A741C9B8F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700" dirty="0"/>
            <a:t>cible binaire</a:t>
          </a:r>
          <a:endParaRPr lang="en-US" sz="1700" dirty="0"/>
        </a:p>
      </dgm:t>
    </dgm:pt>
    <dgm:pt modelId="{40AA5B78-8A21-4628-86FD-0E43FFD381EB}" type="parTrans" cxnId="{93A0CBA1-1F52-46D9-84FA-7BEFD639FBD8}">
      <dgm:prSet/>
      <dgm:spPr/>
      <dgm:t>
        <a:bodyPr/>
        <a:lstStyle/>
        <a:p>
          <a:endParaRPr lang="en-US" sz="1700"/>
        </a:p>
      </dgm:t>
    </dgm:pt>
    <dgm:pt modelId="{F94F253F-B83D-4BA5-B626-214D7BA867AF}" type="sibTrans" cxnId="{93A0CBA1-1F52-46D9-84FA-7BEFD639FBD8}">
      <dgm:prSet/>
      <dgm:spPr/>
      <dgm:t>
        <a:bodyPr/>
        <a:lstStyle/>
        <a:p>
          <a:endParaRPr lang="en-US" sz="1700"/>
        </a:p>
      </dgm:t>
    </dgm:pt>
    <dgm:pt modelId="{54FA9839-806E-4936-BA19-87921F4BE4DE}">
      <dgm:prSet phldrT="[Texte]" phldr="0" custT="1"/>
      <dgm:spPr/>
      <dgm:t>
        <a:bodyPr/>
        <a:lstStyle/>
        <a:p>
          <a:r>
            <a:rPr lang="en-US" sz="1700" dirty="0" err="1"/>
            <a:t>Régression</a:t>
          </a:r>
          <a:r>
            <a:rPr lang="en-US" sz="1700" dirty="0"/>
            <a:t> </a:t>
          </a:r>
          <a:r>
            <a:rPr lang="en-US" sz="1700" dirty="0" err="1"/>
            <a:t>Logistique</a:t>
          </a:r>
          <a:endParaRPr lang="en-US" sz="1700" dirty="0"/>
        </a:p>
      </dgm:t>
    </dgm:pt>
    <dgm:pt modelId="{E6DD0579-6E0F-4D41-A092-0B3C117B89A2}" type="parTrans" cxnId="{55EC9936-6D35-40E3-A4E5-B23B8CF579D1}">
      <dgm:prSet/>
      <dgm:spPr/>
      <dgm:t>
        <a:bodyPr/>
        <a:lstStyle/>
        <a:p>
          <a:endParaRPr lang="en-US" sz="1700"/>
        </a:p>
      </dgm:t>
    </dgm:pt>
    <dgm:pt modelId="{7EFFF09A-6057-4995-B477-51E3FE1CCAC6}" type="sibTrans" cxnId="{55EC9936-6D35-40E3-A4E5-B23B8CF579D1}">
      <dgm:prSet/>
      <dgm:spPr/>
      <dgm:t>
        <a:bodyPr/>
        <a:lstStyle/>
        <a:p>
          <a:endParaRPr lang="en-US" sz="1700"/>
        </a:p>
      </dgm:t>
    </dgm:pt>
    <dgm:pt modelId="{1445A68E-22B2-41F2-81EF-AB84EEA55032}">
      <dgm:prSet phldrT="[Texte]" custT="1"/>
      <dgm:spPr>
        <a:blipFill>
          <a:blip xmlns:r="http://schemas.openxmlformats.org/officeDocument/2006/relationships" r:embed="rId1"/>
          <a:stretch>
            <a:fillRect b="-1644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008076FC-B4B4-45CD-8A77-35A8F7B2591E}" type="parTrans" cxnId="{7F47A250-AD18-4878-9E09-08FB74299F02}">
      <dgm:prSet/>
      <dgm:spPr/>
      <dgm:t>
        <a:bodyPr/>
        <a:lstStyle/>
        <a:p>
          <a:endParaRPr lang="en-US" sz="1700"/>
        </a:p>
      </dgm:t>
    </dgm:pt>
    <dgm:pt modelId="{89A6AB8B-3887-40A8-B1F3-F49E3024C3B5}" type="sibTrans" cxnId="{7F47A250-AD18-4878-9E09-08FB74299F02}">
      <dgm:prSet/>
      <dgm:spPr/>
      <dgm:t>
        <a:bodyPr/>
        <a:lstStyle/>
        <a:p>
          <a:endParaRPr lang="en-US" sz="1700"/>
        </a:p>
      </dgm:t>
    </dgm:pt>
    <dgm:pt modelId="{D1F1F783-5492-403E-876C-E93FA6B4A2EF}">
      <dgm:prSet phldrT="[Texte]" phldr="0" custT="1"/>
      <dgm:spPr/>
      <dgm:t>
        <a:bodyPr/>
        <a:lstStyle/>
        <a:p>
          <a:pPr>
            <a:buNone/>
          </a:pPr>
          <a:r>
            <a:rPr lang="en-US" sz="1700" dirty="0"/>
            <a:t>Random Forest</a:t>
          </a:r>
        </a:p>
      </dgm:t>
    </dgm:pt>
    <dgm:pt modelId="{858117C4-C1B2-4558-9B81-887E6DE85BFA}" type="parTrans" cxnId="{FC22EEA0-DC66-4ED0-A5C5-06E51E7EAA6A}">
      <dgm:prSet/>
      <dgm:spPr/>
      <dgm:t>
        <a:bodyPr/>
        <a:lstStyle/>
        <a:p>
          <a:endParaRPr lang="en-US" sz="1700"/>
        </a:p>
      </dgm:t>
    </dgm:pt>
    <dgm:pt modelId="{D002D907-54DA-4026-A7B2-7F56E9250694}" type="sibTrans" cxnId="{FC22EEA0-DC66-4ED0-A5C5-06E51E7EAA6A}">
      <dgm:prSet/>
      <dgm:spPr/>
      <dgm:t>
        <a:bodyPr/>
        <a:lstStyle/>
        <a:p>
          <a:endParaRPr lang="en-US" sz="1700"/>
        </a:p>
      </dgm:t>
    </dgm:pt>
    <dgm:pt modelId="{69D4D328-210E-4636-BD55-32EB19F9DF02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700" dirty="0"/>
            <a:t>modèle non linéaire</a:t>
          </a:r>
          <a:endParaRPr lang="en-US" sz="1700" dirty="0"/>
        </a:p>
      </dgm:t>
    </dgm:pt>
    <dgm:pt modelId="{EC70C7B1-3638-4812-BE3A-D47B9AE25CB0}" type="parTrans" cxnId="{DD98A848-4048-4081-8368-F726C4785E14}">
      <dgm:prSet/>
      <dgm:spPr/>
      <dgm:t>
        <a:bodyPr/>
        <a:lstStyle/>
        <a:p>
          <a:endParaRPr lang="en-US" sz="1700"/>
        </a:p>
      </dgm:t>
    </dgm:pt>
    <dgm:pt modelId="{555D658F-2D03-4AF2-9C11-ACDF2D3C2233}" type="sibTrans" cxnId="{DD98A848-4048-4081-8368-F726C4785E14}">
      <dgm:prSet/>
      <dgm:spPr/>
      <dgm:t>
        <a:bodyPr/>
        <a:lstStyle/>
        <a:p>
          <a:endParaRPr lang="en-US" sz="1700"/>
        </a:p>
      </dgm:t>
    </dgm:pt>
    <dgm:pt modelId="{ECA9EBA7-C111-4D60-8FEA-9788F44478B6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700" dirty="0"/>
            <a:t>prédictions non bornées</a:t>
          </a:r>
          <a:endParaRPr lang="en-US" sz="1700" dirty="0"/>
        </a:p>
      </dgm:t>
    </dgm:pt>
    <dgm:pt modelId="{DE723AE8-59FF-4729-8E0B-98231ACC4137}" type="parTrans" cxnId="{5365B77F-4003-4DB9-956C-D2C677ACA538}">
      <dgm:prSet/>
      <dgm:spPr/>
      <dgm:t>
        <a:bodyPr/>
        <a:lstStyle/>
        <a:p>
          <a:endParaRPr lang="en-US" sz="1700"/>
        </a:p>
      </dgm:t>
    </dgm:pt>
    <dgm:pt modelId="{08A36BEE-92F3-4B9B-A802-BD0F793FCAD1}" type="sibTrans" cxnId="{5365B77F-4003-4DB9-956C-D2C677ACA538}">
      <dgm:prSet/>
      <dgm:spPr/>
      <dgm:t>
        <a:bodyPr/>
        <a:lstStyle/>
        <a:p>
          <a:endParaRPr lang="en-US" sz="1700"/>
        </a:p>
      </dgm:t>
    </dgm:pt>
    <dgm:pt modelId="{B29EDE61-074C-4CDB-978E-939A8F9794C3}">
      <dgm:prSet phldrT="[Texte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916EAC21-C916-4321-9863-29C8D206200C}" type="parTrans" cxnId="{466050A2-D963-4E0B-B7D3-161A355012D7}">
      <dgm:prSet/>
      <dgm:spPr/>
      <dgm:t>
        <a:bodyPr/>
        <a:lstStyle/>
        <a:p>
          <a:endParaRPr lang="en-US" sz="1700"/>
        </a:p>
      </dgm:t>
    </dgm:pt>
    <dgm:pt modelId="{07FE3BF8-45FF-40ED-8EA0-519E6AD91C19}" type="sibTrans" cxnId="{466050A2-D963-4E0B-B7D3-161A355012D7}">
      <dgm:prSet/>
      <dgm:spPr/>
      <dgm:t>
        <a:bodyPr/>
        <a:lstStyle/>
        <a:p>
          <a:endParaRPr lang="en-US" sz="1700"/>
        </a:p>
      </dgm:t>
    </dgm:pt>
    <dgm:pt modelId="{D80088C6-E33F-468C-9074-41A73DED4ED0}">
      <dgm:prSet phldrT="[Texte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7F54B440-50A5-4B16-BC5F-5225628EE12F}" type="parTrans" cxnId="{E803AD2B-F1DF-4100-9301-6E163AF71A8C}">
      <dgm:prSet/>
      <dgm:spPr/>
      <dgm:t>
        <a:bodyPr/>
        <a:lstStyle/>
        <a:p>
          <a:endParaRPr lang="en-US" sz="1700"/>
        </a:p>
      </dgm:t>
    </dgm:pt>
    <dgm:pt modelId="{ACBC26EA-2F8C-44A1-B05A-C4EDD5922EFC}" type="sibTrans" cxnId="{E803AD2B-F1DF-4100-9301-6E163AF71A8C}">
      <dgm:prSet/>
      <dgm:spPr/>
      <dgm:t>
        <a:bodyPr/>
        <a:lstStyle/>
        <a:p>
          <a:endParaRPr lang="en-US" sz="1700"/>
        </a:p>
      </dgm:t>
    </dgm:pt>
    <dgm:pt modelId="{86199B93-848B-40C4-A9EC-A1790A5CE9E4}">
      <dgm:prSet phldrT="[Texte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D15C4CD7-DE2C-4647-9726-C4044FE84323}" type="parTrans" cxnId="{51E15649-5294-4285-99B6-D4CE94D21889}">
      <dgm:prSet/>
      <dgm:spPr/>
      <dgm:t>
        <a:bodyPr/>
        <a:lstStyle/>
        <a:p>
          <a:endParaRPr lang="en-US" sz="1700"/>
        </a:p>
      </dgm:t>
    </dgm:pt>
    <dgm:pt modelId="{B99440FE-35CD-47A8-8C14-216130DA3996}" type="sibTrans" cxnId="{51E15649-5294-4285-99B6-D4CE94D21889}">
      <dgm:prSet/>
      <dgm:spPr/>
      <dgm:t>
        <a:bodyPr/>
        <a:lstStyle/>
        <a:p>
          <a:endParaRPr lang="en-US" sz="1700"/>
        </a:p>
      </dgm:t>
    </dgm:pt>
    <dgm:pt modelId="{1A056897-9F4C-4E6F-BB1A-3C789721A380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700" dirty="0"/>
            <a:t>capture interactions</a:t>
          </a:r>
          <a:endParaRPr lang="en-US" sz="1700" dirty="0"/>
        </a:p>
      </dgm:t>
    </dgm:pt>
    <dgm:pt modelId="{8BC62878-7275-4814-BA3C-2D93DDE3F326}" type="parTrans" cxnId="{63C0C32D-99E6-4A99-88C1-8B406D3EA990}">
      <dgm:prSet/>
      <dgm:spPr/>
      <dgm:t>
        <a:bodyPr/>
        <a:lstStyle/>
        <a:p>
          <a:endParaRPr lang="en-US" sz="1700"/>
        </a:p>
      </dgm:t>
    </dgm:pt>
    <dgm:pt modelId="{E8656A89-A212-44DC-B16C-95849BFBB4DB}" type="sibTrans" cxnId="{63C0C32D-99E6-4A99-88C1-8B406D3EA990}">
      <dgm:prSet/>
      <dgm:spPr/>
      <dgm:t>
        <a:bodyPr/>
        <a:lstStyle/>
        <a:p>
          <a:endParaRPr lang="en-US" sz="1700"/>
        </a:p>
      </dgm:t>
    </dgm:pt>
    <dgm:pt modelId="{5938B07C-AA20-46CF-9E80-D1973F8D5545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700" dirty="0"/>
            <a:t>plus flexible</a:t>
          </a:r>
          <a:endParaRPr lang="en-US" sz="1700" dirty="0"/>
        </a:p>
      </dgm:t>
    </dgm:pt>
    <dgm:pt modelId="{AD58A418-1DEE-4208-AD3F-9F848D87659F}" type="parTrans" cxnId="{7CA58496-C0F3-4E06-A203-B0A123D52549}">
      <dgm:prSet/>
      <dgm:spPr/>
      <dgm:t>
        <a:bodyPr/>
        <a:lstStyle/>
        <a:p>
          <a:endParaRPr lang="en-US" sz="1700"/>
        </a:p>
      </dgm:t>
    </dgm:pt>
    <dgm:pt modelId="{4870AD17-5DD2-455E-BC8F-B08654199D35}" type="sibTrans" cxnId="{7CA58496-C0F3-4E06-A203-B0A123D52549}">
      <dgm:prSet/>
      <dgm:spPr/>
      <dgm:t>
        <a:bodyPr/>
        <a:lstStyle/>
        <a:p>
          <a:endParaRPr lang="en-US" sz="1700"/>
        </a:p>
      </dgm:t>
    </dgm:pt>
    <dgm:pt modelId="{D256DD96-0858-4A75-BBA0-6D461C0885FD}" type="pres">
      <dgm:prSet presAssocID="{73AA68E2-2604-4B99-A17F-748294B6533E}" presName="Name0" presStyleCnt="0">
        <dgm:presLayoutVars>
          <dgm:dir/>
          <dgm:animLvl val="lvl"/>
          <dgm:resizeHandles val="exact"/>
        </dgm:presLayoutVars>
      </dgm:prSet>
      <dgm:spPr/>
    </dgm:pt>
    <dgm:pt modelId="{A01746C8-8573-4445-9F9A-6516F9A4C153}" type="pres">
      <dgm:prSet presAssocID="{73AA68E2-2604-4B99-A17F-748294B6533E}" presName="tSp" presStyleCnt="0"/>
      <dgm:spPr/>
    </dgm:pt>
    <dgm:pt modelId="{450F543F-0A3C-40CB-ABAE-A19D6DB65942}" type="pres">
      <dgm:prSet presAssocID="{73AA68E2-2604-4B99-A17F-748294B6533E}" presName="bSp" presStyleCnt="0"/>
      <dgm:spPr/>
    </dgm:pt>
    <dgm:pt modelId="{2DFA6A4B-E229-42D6-B3A7-88B7C7D64E4F}" type="pres">
      <dgm:prSet presAssocID="{73AA68E2-2604-4B99-A17F-748294B6533E}" presName="process" presStyleCnt="0"/>
      <dgm:spPr/>
    </dgm:pt>
    <dgm:pt modelId="{7646F1CA-E63C-42CB-AEC7-8608351CA772}" type="pres">
      <dgm:prSet presAssocID="{AA0CB5B5-5704-4D60-8007-7A32BBCA71E4}" presName="composite1" presStyleCnt="0"/>
      <dgm:spPr/>
    </dgm:pt>
    <dgm:pt modelId="{FDCEFF19-7B6B-405F-9AEA-70C8891AC0EC}" type="pres">
      <dgm:prSet presAssocID="{AA0CB5B5-5704-4D60-8007-7A32BBCA71E4}" presName="dummyNode1" presStyleLbl="node1" presStyleIdx="0" presStyleCnt="3"/>
      <dgm:spPr/>
    </dgm:pt>
    <dgm:pt modelId="{3269836F-2323-4D79-8C2B-7FDF9059D0A3}" type="pres">
      <dgm:prSet presAssocID="{AA0CB5B5-5704-4D60-8007-7A32BBCA71E4}" presName="childNode1" presStyleLbl="bgAcc1" presStyleIdx="0" presStyleCnt="3">
        <dgm:presLayoutVars>
          <dgm:bulletEnabled val="1"/>
        </dgm:presLayoutVars>
      </dgm:prSet>
      <dgm:spPr/>
    </dgm:pt>
    <dgm:pt modelId="{61727B80-042E-4966-984A-07F4D73AE47E}" type="pres">
      <dgm:prSet presAssocID="{AA0CB5B5-5704-4D60-8007-7A32BBCA71E4}" presName="childNode1tx" presStyleLbl="bgAcc1" presStyleIdx="0" presStyleCnt="3">
        <dgm:presLayoutVars>
          <dgm:bulletEnabled val="1"/>
        </dgm:presLayoutVars>
      </dgm:prSet>
      <dgm:spPr/>
    </dgm:pt>
    <dgm:pt modelId="{060801E8-9151-4C83-A0DA-34B9E3939D2C}" type="pres">
      <dgm:prSet presAssocID="{AA0CB5B5-5704-4D60-8007-7A32BBCA71E4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6148663E-26E3-46F4-A1BA-62CBDA190EBB}" type="pres">
      <dgm:prSet presAssocID="{AA0CB5B5-5704-4D60-8007-7A32BBCA71E4}" presName="connSite1" presStyleCnt="0"/>
      <dgm:spPr/>
    </dgm:pt>
    <dgm:pt modelId="{BFA8CCAE-0692-4AA4-8C77-D8A305014BC1}" type="pres">
      <dgm:prSet presAssocID="{3B8F5BE3-B33F-4BB0-A0B8-B1BAFF36256F}" presName="Name9" presStyleLbl="sibTrans2D1" presStyleIdx="0" presStyleCnt="2"/>
      <dgm:spPr/>
    </dgm:pt>
    <dgm:pt modelId="{5CE5F1AC-5AB0-451C-AE83-82C2F82FAB7E}" type="pres">
      <dgm:prSet presAssocID="{54FA9839-806E-4936-BA19-87921F4BE4DE}" presName="composite2" presStyleCnt="0"/>
      <dgm:spPr/>
    </dgm:pt>
    <dgm:pt modelId="{B192462A-B8BD-451E-A078-C8A312F666CC}" type="pres">
      <dgm:prSet presAssocID="{54FA9839-806E-4936-BA19-87921F4BE4DE}" presName="dummyNode2" presStyleLbl="node1" presStyleIdx="0" presStyleCnt="3"/>
      <dgm:spPr/>
    </dgm:pt>
    <dgm:pt modelId="{5A909261-CDB7-4D13-B071-61FA4802A737}" type="pres">
      <dgm:prSet presAssocID="{54FA9839-806E-4936-BA19-87921F4BE4DE}" presName="childNode2" presStyleLbl="bgAcc1" presStyleIdx="1" presStyleCnt="3">
        <dgm:presLayoutVars>
          <dgm:bulletEnabled val="1"/>
        </dgm:presLayoutVars>
      </dgm:prSet>
      <dgm:spPr/>
    </dgm:pt>
    <dgm:pt modelId="{70CB5067-8E0E-41D4-8340-864AB55DAC79}" type="pres">
      <dgm:prSet presAssocID="{54FA9839-806E-4936-BA19-87921F4BE4DE}" presName="childNode2tx" presStyleLbl="bgAcc1" presStyleIdx="1" presStyleCnt="3">
        <dgm:presLayoutVars>
          <dgm:bulletEnabled val="1"/>
        </dgm:presLayoutVars>
      </dgm:prSet>
      <dgm:spPr/>
    </dgm:pt>
    <dgm:pt modelId="{BEB60B7B-9228-457B-80A3-B2ECAAA90ED0}" type="pres">
      <dgm:prSet presAssocID="{54FA9839-806E-4936-BA19-87921F4BE4DE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8F889046-661E-4B36-A6C1-2A1EDA2F7234}" type="pres">
      <dgm:prSet presAssocID="{54FA9839-806E-4936-BA19-87921F4BE4DE}" presName="connSite2" presStyleCnt="0"/>
      <dgm:spPr/>
    </dgm:pt>
    <dgm:pt modelId="{2A2CDCBC-2C70-485A-9B83-91EB7B7560F1}" type="pres">
      <dgm:prSet presAssocID="{7EFFF09A-6057-4995-B477-51E3FE1CCAC6}" presName="Name18" presStyleLbl="sibTrans2D1" presStyleIdx="1" presStyleCnt="2"/>
      <dgm:spPr/>
    </dgm:pt>
    <dgm:pt modelId="{F792AFF8-06F2-4612-9480-234FE973F13E}" type="pres">
      <dgm:prSet presAssocID="{D1F1F783-5492-403E-876C-E93FA6B4A2EF}" presName="composite1" presStyleCnt="0"/>
      <dgm:spPr/>
    </dgm:pt>
    <dgm:pt modelId="{3A4AE543-4AA3-46A4-BE06-6F215016EDC1}" type="pres">
      <dgm:prSet presAssocID="{D1F1F783-5492-403E-876C-E93FA6B4A2EF}" presName="dummyNode1" presStyleLbl="node1" presStyleIdx="1" presStyleCnt="3"/>
      <dgm:spPr/>
    </dgm:pt>
    <dgm:pt modelId="{69E8EEB1-EB7B-4AC7-B191-C42E977A1741}" type="pres">
      <dgm:prSet presAssocID="{D1F1F783-5492-403E-876C-E93FA6B4A2EF}" presName="childNode1" presStyleLbl="bgAcc1" presStyleIdx="2" presStyleCnt="3">
        <dgm:presLayoutVars>
          <dgm:bulletEnabled val="1"/>
        </dgm:presLayoutVars>
      </dgm:prSet>
      <dgm:spPr/>
    </dgm:pt>
    <dgm:pt modelId="{8AA103A6-9559-443F-B24B-EB59B19A0EA8}" type="pres">
      <dgm:prSet presAssocID="{D1F1F783-5492-403E-876C-E93FA6B4A2EF}" presName="childNode1tx" presStyleLbl="bgAcc1" presStyleIdx="2" presStyleCnt="3">
        <dgm:presLayoutVars>
          <dgm:bulletEnabled val="1"/>
        </dgm:presLayoutVars>
      </dgm:prSet>
      <dgm:spPr/>
    </dgm:pt>
    <dgm:pt modelId="{BFF8D521-469B-4C4E-8729-1FB451316B1D}" type="pres">
      <dgm:prSet presAssocID="{D1F1F783-5492-403E-876C-E93FA6B4A2EF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22E3647D-4E2F-4A67-BEB9-D16B87D884A3}" type="pres">
      <dgm:prSet presAssocID="{D1F1F783-5492-403E-876C-E93FA6B4A2EF}" presName="connSite1" presStyleCnt="0"/>
      <dgm:spPr/>
    </dgm:pt>
  </dgm:ptLst>
  <dgm:cxnLst>
    <dgm:cxn modelId="{BA6DE21A-8D46-40E4-9430-973296C7CB0C}" type="presOf" srcId="{5938B07C-AA20-46CF-9E80-D1973F8D5545}" destId="{8AA103A6-9559-443F-B24B-EB59B19A0EA8}" srcOrd="1" destOrd="2" presId="urn:microsoft.com/office/officeart/2005/8/layout/hProcess4"/>
    <dgm:cxn modelId="{CEF5CC1D-D61C-4324-86E1-BB8084CF7704}" type="presOf" srcId="{1A056897-9F4C-4E6F-BB1A-3C789721A380}" destId="{69E8EEB1-EB7B-4AC7-B191-C42E977A1741}" srcOrd="0" destOrd="1" presId="urn:microsoft.com/office/officeart/2005/8/layout/hProcess4"/>
    <dgm:cxn modelId="{23903B21-5DD4-4CAD-96B0-01A96797512D}" type="presOf" srcId="{86199B93-848B-40C4-A9EC-A1790A5CE9E4}" destId="{70CB5067-8E0E-41D4-8340-864AB55DAC79}" srcOrd="1" destOrd="3" presId="urn:microsoft.com/office/officeart/2005/8/layout/hProcess4"/>
    <dgm:cxn modelId="{C10C9B23-D184-4119-8320-F6E55ADAEE94}" type="presOf" srcId="{5938B07C-AA20-46CF-9E80-D1973F8D5545}" destId="{69E8EEB1-EB7B-4AC7-B191-C42E977A1741}" srcOrd="0" destOrd="2" presId="urn:microsoft.com/office/officeart/2005/8/layout/hProcess4"/>
    <dgm:cxn modelId="{466AEF24-4A25-405C-BC3A-140707B48AED}" type="presOf" srcId="{D1F1F783-5492-403E-876C-E93FA6B4A2EF}" destId="{BFF8D521-469B-4C4E-8729-1FB451316B1D}" srcOrd="0" destOrd="0" presId="urn:microsoft.com/office/officeart/2005/8/layout/hProcess4"/>
    <dgm:cxn modelId="{E803AD2B-F1DF-4100-9301-6E163AF71A8C}" srcId="{54FA9839-806E-4936-BA19-87921F4BE4DE}" destId="{D80088C6-E33F-468C-9074-41A73DED4ED0}" srcOrd="2" destOrd="0" parTransId="{7F54B440-50A5-4B16-BC5F-5225628EE12F}" sibTransId="{ACBC26EA-2F8C-44A1-B05A-C4EDD5922EFC}"/>
    <dgm:cxn modelId="{63C0C32D-99E6-4A99-88C1-8B406D3EA990}" srcId="{D1F1F783-5492-403E-876C-E93FA6B4A2EF}" destId="{1A056897-9F4C-4E6F-BB1A-3C789721A380}" srcOrd="1" destOrd="0" parTransId="{8BC62878-7275-4814-BA3C-2D93DDE3F326}" sibTransId="{E8656A89-A212-44DC-B16C-95849BFBB4DB}"/>
    <dgm:cxn modelId="{369A152E-6B4C-41B8-B375-A415BA97B08F}" type="presOf" srcId="{69D4D328-210E-4636-BD55-32EB19F9DF02}" destId="{69E8EEB1-EB7B-4AC7-B191-C42E977A1741}" srcOrd="0" destOrd="0" presId="urn:microsoft.com/office/officeart/2005/8/layout/hProcess4"/>
    <dgm:cxn modelId="{988D1636-A55C-4CBE-AB13-64399D784439}" type="presOf" srcId="{7EFFF09A-6057-4995-B477-51E3FE1CCAC6}" destId="{2A2CDCBC-2C70-485A-9B83-91EB7B7560F1}" srcOrd="0" destOrd="0" presId="urn:microsoft.com/office/officeart/2005/8/layout/hProcess4"/>
    <dgm:cxn modelId="{55EC9936-6D35-40E3-A4E5-B23B8CF579D1}" srcId="{73AA68E2-2604-4B99-A17F-748294B6533E}" destId="{54FA9839-806E-4936-BA19-87921F4BE4DE}" srcOrd="1" destOrd="0" parTransId="{E6DD0579-6E0F-4D41-A092-0B3C117B89A2}" sibTransId="{7EFFF09A-6057-4995-B477-51E3FE1CCAC6}"/>
    <dgm:cxn modelId="{92C55640-26F9-4D71-80EF-3789CFCC39AA}" type="presOf" srcId="{D80088C6-E33F-468C-9074-41A73DED4ED0}" destId="{5A909261-CDB7-4D13-B071-61FA4802A737}" srcOrd="0" destOrd="2" presId="urn:microsoft.com/office/officeart/2005/8/layout/hProcess4"/>
    <dgm:cxn modelId="{227C8B65-BE57-48BE-9B4D-CC34946CAD31}" type="presOf" srcId="{B29EDE61-074C-4CDB-978E-939A8F9794C3}" destId="{5A909261-CDB7-4D13-B071-61FA4802A737}" srcOrd="0" destOrd="1" presId="urn:microsoft.com/office/officeart/2005/8/layout/hProcess4"/>
    <dgm:cxn modelId="{B2F8A068-2D06-4352-82FE-13DFB96837B0}" type="presOf" srcId="{1445A68E-22B2-41F2-81EF-AB84EEA55032}" destId="{70CB5067-8E0E-41D4-8340-864AB55DAC79}" srcOrd="1" destOrd="0" presId="urn:microsoft.com/office/officeart/2005/8/layout/hProcess4"/>
    <dgm:cxn modelId="{DD98A848-4048-4081-8368-F726C4785E14}" srcId="{D1F1F783-5492-403E-876C-E93FA6B4A2EF}" destId="{69D4D328-210E-4636-BD55-32EB19F9DF02}" srcOrd="0" destOrd="0" parTransId="{EC70C7B1-3638-4812-BE3A-D47B9AE25CB0}" sibTransId="{555D658F-2D03-4AF2-9C11-ACDF2D3C2233}"/>
    <dgm:cxn modelId="{51E15649-5294-4285-99B6-D4CE94D21889}" srcId="{54FA9839-806E-4936-BA19-87921F4BE4DE}" destId="{86199B93-848B-40C4-A9EC-A1790A5CE9E4}" srcOrd="3" destOrd="0" parTransId="{D15C4CD7-DE2C-4647-9726-C4044FE84323}" sibTransId="{B99440FE-35CD-47A8-8C14-216130DA3996}"/>
    <dgm:cxn modelId="{89C5346B-027E-4317-9219-ABD634CF1B6A}" type="presOf" srcId="{73AA68E2-2604-4B99-A17F-748294B6533E}" destId="{D256DD96-0858-4A75-BBA0-6D461C0885FD}" srcOrd="0" destOrd="0" presId="urn:microsoft.com/office/officeart/2005/8/layout/hProcess4"/>
    <dgm:cxn modelId="{A869444C-6FBF-4A71-831F-6B352D70B8BE}" type="presOf" srcId="{AA0CB5B5-5704-4D60-8007-7A32BBCA71E4}" destId="{060801E8-9151-4C83-A0DA-34B9E3939D2C}" srcOrd="0" destOrd="0" presId="urn:microsoft.com/office/officeart/2005/8/layout/hProcess4"/>
    <dgm:cxn modelId="{C4FDBA4F-1945-4885-831F-00FE43B72717}" type="presOf" srcId="{D80088C6-E33F-468C-9074-41A73DED4ED0}" destId="{70CB5067-8E0E-41D4-8340-864AB55DAC79}" srcOrd="1" destOrd="2" presId="urn:microsoft.com/office/officeart/2005/8/layout/hProcess4"/>
    <dgm:cxn modelId="{7F47A250-AD18-4878-9E09-08FB74299F02}" srcId="{54FA9839-806E-4936-BA19-87921F4BE4DE}" destId="{1445A68E-22B2-41F2-81EF-AB84EEA55032}" srcOrd="0" destOrd="0" parTransId="{008076FC-B4B4-45CD-8A77-35A8F7B2591E}" sibTransId="{89A6AB8B-3887-40A8-B1F3-F49E3024C3B5}"/>
    <dgm:cxn modelId="{F059BB52-26DC-4CA2-BAE0-68851E36485E}" type="presOf" srcId="{1877BAF0-2316-412C-8B6E-388A741C9B8F}" destId="{3269836F-2323-4D79-8C2B-7FDF9059D0A3}" srcOrd="0" destOrd="0" presId="urn:microsoft.com/office/officeart/2005/8/layout/hProcess4"/>
    <dgm:cxn modelId="{ACB75053-17A9-4A86-9C72-46E5BC64FB9B}" type="presOf" srcId="{B29EDE61-074C-4CDB-978E-939A8F9794C3}" destId="{70CB5067-8E0E-41D4-8340-864AB55DAC79}" srcOrd="1" destOrd="1" presId="urn:microsoft.com/office/officeart/2005/8/layout/hProcess4"/>
    <dgm:cxn modelId="{E4897676-5AA9-4F06-80D1-B8FF5A919567}" type="presOf" srcId="{1877BAF0-2316-412C-8B6E-388A741C9B8F}" destId="{61727B80-042E-4966-984A-07F4D73AE47E}" srcOrd="1" destOrd="0" presId="urn:microsoft.com/office/officeart/2005/8/layout/hProcess4"/>
    <dgm:cxn modelId="{5365B77F-4003-4DB9-956C-D2C677ACA538}" srcId="{AA0CB5B5-5704-4D60-8007-7A32BBCA71E4}" destId="{ECA9EBA7-C111-4D60-8FEA-9788F44478B6}" srcOrd="1" destOrd="0" parTransId="{DE723AE8-59FF-4729-8E0B-98231ACC4137}" sibTransId="{08A36BEE-92F3-4B9B-A802-BD0F793FCAD1}"/>
    <dgm:cxn modelId="{BDD73784-D1D6-4822-97D6-19E3F58655DF}" type="presOf" srcId="{ECA9EBA7-C111-4D60-8FEA-9788F44478B6}" destId="{61727B80-042E-4966-984A-07F4D73AE47E}" srcOrd="1" destOrd="1" presId="urn:microsoft.com/office/officeart/2005/8/layout/hProcess4"/>
    <dgm:cxn modelId="{7CA58496-C0F3-4E06-A203-B0A123D52549}" srcId="{D1F1F783-5492-403E-876C-E93FA6B4A2EF}" destId="{5938B07C-AA20-46CF-9E80-D1973F8D5545}" srcOrd="2" destOrd="0" parTransId="{AD58A418-1DEE-4208-AD3F-9F848D87659F}" sibTransId="{4870AD17-5DD2-455E-BC8F-B08654199D35}"/>
    <dgm:cxn modelId="{FC22EEA0-DC66-4ED0-A5C5-06E51E7EAA6A}" srcId="{73AA68E2-2604-4B99-A17F-748294B6533E}" destId="{D1F1F783-5492-403E-876C-E93FA6B4A2EF}" srcOrd="2" destOrd="0" parTransId="{858117C4-C1B2-4558-9B81-887E6DE85BFA}" sibTransId="{D002D907-54DA-4026-A7B2-7F56E9250694}"/>
    <dgm:cxn modelId="{93A0CBA1-1F52-46D9-84FA-7BEFD639FBD8}" srcId="{AA0CB5B5-5704-4D60-8007-7A32BBCA71E4}" destId="{1877BAF0-2316-412C-8B6E-388A741C9B8F}" srcOrd="0" destOrd="0" parTransId="{40AA5B78-8A21-4628-86FD-0E43FFD381EB}" sibTransId="{F94F253F-B83D-4BA5-B626-214D7BA867AF}"/>
    <dgm:cxn modelId="{466050A2-D963-4E0B-B7D3-161A355012D7}" srcId="{54FA9839-806E-4936-BA19-87921F4BE4DE}" destId="{B29EDE61-074C-4CDB-978E-939A8F9794C3}" srcOrd="1" destOrd="0" parTransId="{916EAC21-C916-4321-9863-29C8D206200C}" sibTransId="{07FE3BF8-45FF-40ED-8EA0-519E6AD91C19}"/>
    <dgm:cxn modelId="{A47FA8AF-EF16-4160-8C9F-524E80A3A7F4}" type="presOf" srcId="{54FA9839-806E-4936-BA19-87921F4BE4DE}" destId="{BEB60B7B-9228-457B-80A3-B2ECAAA90ED0}" srcOrd="0" destOrd="0" presId="urn:microsoft.com/office/officeart/2005/8/layout/hProcess4"/>
    <dgm:cxn modelId="{C465FCB3-DFEF-4B33-923B-E307BD2F8F99}" type="presOf" srcId="{3B8F5BE3-B33F-4BB0-A0B8-B1BAFF36256F}" destId="{BFA8CCAE-0692-4AA4-8C77-D8A305014BC1}" srcOrd="0" destOrd="0" presId="urn:microsoft.com/office/officeart/2005/8/layout/hProcess4"/>
    <dgm:cxn modelId="{4D1D19B8-0E8F-444B-8A6F-22D9485AB4FA}" type="presOf" srcId="{1445A68E-22B2-41F2-81EF-AB84EEA55032}" destId="{5A909261-CDB7-4D13-B071-61FA4802A737}" srcOrd="0" destOrd="0" presId="urn:microsoft.com/office/officeart/2005/8/layout/hProcess4"/>
    <dgm:cxn modelId="{47BFF4DF-1124-4CA2-9358-0FEB13DE8CA0}" type="presOf" srcId="{1A056897-9F4C-4E6F-BB1A-3C789721A380}" destId="{8AA103A6-9559-443F-B24B-EB59B19A0EA8}" srcOrd="1" destOrd="1" presId="urn:microsoft.com/office/officeart/2005/8/layout/hProcess4"/>
    <dgm:cxn modelId="{42FCFADF-8BD0-489C-A42F-BC6D78D10CED}" type="presOf" srcId="{69D4D328-210E-4636-BD55-32EB19F9DF02}" destId="{8AA103A6-9559-443F-B24B-EB59B19A0EA8}" srcOrd="1" destOrd="0" presId="urn:microsoft.com/office/officeart/2005/8/layout/hProcess4"/>
    <dgm:cxn modelId="{120FE9E6-1351-4513-904C-8138814B25D1}" type="presOf" srcId="{ECA9EBA7-C111-4D60-8FEA-9788F44478B6}" destId="{3269836F-2323-4D79-8C2B-7FDF9059D0A3}" srcOrd="0" destOrd="1" presId="urn:microsoft.com/office/officeart/2005/8/layout/hProcess4"/>
    <dgm:cxn modelId="{899688F0-6A75-4334-A70C-8BC1D1193DBB}" srcId="{73AA68E2-2604-4B99-A17F-748294B6533E}" destId="{AA0CB5B5-5704-4D60-8007-7A32BBCA71E4}" srcOrd="0" destOrd="0" parTransId="{50060DEA-0D22-4C29-AAF2-4D5AC42FB451}" sibTransId="{3B8F5BE3-B33F-4BB0-A0B8-B1BAFF36256F}"/>
    <dgm:cxn modelId="{FF3FBDF3-EAA7-4C4B-9EF9-1766A37F571F}" type="presOf" srcId="{86199B93-848B-40C4-A9EC-A1790A5CE9E4}" destId="{5A909261-CDB7-4D13-B071-61FA4802A737}" srcOrd="0" destOrd="3" presId="urn:microsoft.com/office/officeart/2005/8/layout/hProcess4"/>
    <dgm:cxn modelId="{585BEBA0-2926-42B0-9D5E-00F5D0396433}" type="presParOf" srcId="{D256DD96-0858-4A75-BBA0-6D461C0885FD}" destId="{A01746C8-8573-4445-9F9A-6516F9A4C153}" srcOrd="0" destOrd="0" presId="urn:microsoft.com/office/officeart/2005/8/layout/hProcess4"/>
    <dgm:cxn modelId="{FDA2D156-ADFC-4262-9B01-A858E1AEC581}" type="presParOf" srcId="{D256DD96-0858-4A75-BBA0-6D461C0885FD}" destId="{450F543F-0A3C-40CB-ABAE-A19D6DB65942}" srcOrd="1" destOrd="0" presId="urn:microsoft.com/office/officeart/2005/8/layout/hProcess4"/>
    <dgm:cxn modelId="{F136AC5E-49F5-45F0-AEC2-A6D48FD8F48A}" type="presParOf" srcId="{D256DD96-0858-4A75-BBA0-6D461C0885FD}" destId="{2DFA6A4B-E229-42D6-B3A7-88B7C7D64E4F}" srcOrd="2" destOrd="0" presId="urn:microsoft.com/office/officeart/2005/8/layout/hProcess4"/>
    <dgm:cxn modelId="{B656883B-F4EB-40E4-8B21-F865292994F1}" type="presParOf" srcId="{2DFA6A4B-E229-42D6-B3A7-88B7C7D64E4F}" destId="{7646F1CA-E63C-42CB-AEC7-8608351CA772}" srcOrd="0" destOrd="0" presId="urn:microsoft.com/office/officeart/2005/8/layout/hProcess4"/>
    <dgm:cxn modelId="{18AE52B2-8043-4CEF-8DA0-C97F3BF6918A}" type="presParOf" srcId="{7646F1CA-E63C-42CB-AEC7-8608351CA772}" destId="{FDCEFF19-7B6B-405F-9AEA-70C8891AC0EC}" srcOrd="0" destOrd="0" presId="urn:microsoft.com/office/officeart/2005/8/layout/hProcess4"/>
    <dgm:cxn modelId="{D62DF714-D25D-4502-AB57-F2C260502341}" type="presParOf" srcId="{7646F1CA-E63C-42CB-AEC7-8608351CA772}" destId="{3269836F-2323-4D79-8C2B-7FDF9059D0A3}" srcOrd="1" destOrd="0" presId="urn:microsoft.com/office/officeart/2005/8/layout/hProcess4"/>
    <dgm:cxn modelId="{78D1890C-BC96-4511-B66D-F18540A529AB}" type="presParOf" srcId="{7646F1CA-E63C-42CB-AEC7-8608351CA772}" destId="{61727B80-042E-4966-984A-07F4D73AE47E}" srcOrd="2" destOrd="0" presId="urn:microsoft.com/office/officeart/2005/8/layout/hProcess4"/>
    <dgm:cxn modelId="{92A99195-B53B-4B35-B114-3A5CB946714A}" type="presParOf" srcId="{7646F1CA-E63C-42CB-AEC7-8608351CA772}" destId="{060801E8-9151-4C83-A0DA-34B9E3939D2C}" srcOrd="3" destOrd="0" presId="urn:microsoft.com/office/officeart/2005/8/layout/hProcess4"/>
    <dgm:cxn modelId="{E54704CA-D4FD-4BE8-AE9C-8BCC5CFC36F4}" type="presParOf" srcId="{7646F1CA-E63C-42CB-AEC7-8608351CA772}" destId="{6148663E-26E3-46F4-A1BA-62CBDA190EBB}" srcOrd="4" destOrd="0" presId="urn:microsoft.com/office/officeart/2005/8/layout/hProcess4"/>
    <dgm:cxn modelId="{BF4F645B-88D5-40A9-B8DE-BEFF80551EE4}" type="presParOf" srcId="{2DFA6A4B-E229-42D6-B3A7-88B7C7D64E4F}" destId="{BFA8CCAE-0692-4AA4-8C77-D8A305014BC1}" srcOrd="1" destOrd="0" presId="urn:microsoft.com/office/officeart/2005/8/layout/hProcess4"/>
    <dgm:cxn modelId="{C94FE8BD-62D8-4414-8E6C-03AC632C4FD0}" type="presParOf" srcId="{2DFA6A4B-E229-42D6-B3A7-88B7C7D64E4F}" destId="{5CE5F1AC-5AB0-451C-AE83-82C2F82FAB7E}" srcOrd="2" destOrd="0" presId="urn:microsoft.com/office/officeart/2005/8/layout/hProcess4"/>
    <dgm:cxn modelId="{0237CAE3-6294-4D94-BA22-1B1C9D2A19E8}" type="presParOf" srcId="{5CE5F1AC-5AB0-451C-AE83-82C2F82FAB7E}" destId="{B192462A-B8BD-451E-A078-C8A312F666CC}" srcOrd="0" destOrd="0" presId="urn:microsoft.com/office/officeart/2005/8/layout/hProcess4"/>
    <dgm:cxn modelId="{A65EC4D4-3104-430D-9F4B-BA3177DA6162}" type="presParOf" srcId="{5CE5F1AC-5AB0-451C-AE83-82C2F82FAB7E}" destId="{5A909261-CDB7-4D13-B071-61FA4802A737}" srcOrd="1" destOrd="0" presId="urn:microsoft.com/office/officeart/2005/8/layout/hProcess4"/>
    <dgm:cxn modelId="{530FA52C-617E-4AAA-90AD-DACF2D35E952}" type="presParOf" srcId="{5CE5F1AC-5AB0-451C-AE83-82C2F82FAB7E}" destId="{70CB5067-8E0E-41D4-8340-864AB55DAC79}" srcOrd="2" destOrd="0" presId="urn:microsoft.com/office/officeart/2005/8/layout/hProcess4"/>
    <dgm:cxn modelId="{1BAAACF5-430E-4466-93D9-037A5E386858}" type="presParOf" srcId="{5CE5F1AC-5AB0-451C-AE83-82C2F82FAB7E}" destId="{BEB60B7B-9228-457B-80A3-B2ECAAA90ED0}" srcOrd="3" destOrd="0" presId="urn:microsoft.com/office/officeart/2005/8/layout/hProcess4"/>
    <dgm:cxn modelId="{12F37156-52E7-4ABB-BDB1-2184CED0CBB9}" type="presParOf" srcId="{5CE5F1AC-5AB0-451C-AE83-82C2F82FAB7E}" destId="{8F889046-661E-4B36-A6C1-2A1EDA2F7234}" srcOrd="4" destOrd="0" presId="urn:microsoft.com/office/officeart/2005/8/layout/hProcess4"/>
    <dgm:cxn modelId="{DBFF9FF6-D421-48DF-953F-AC0754AC1520}" type="presParOf" srcId="{2DFA6A4B-E229-42D6-B3A7-88B7C7D64E4F}" destId="{2A2CDCBC-2C70-485A-9B83-91EB7B7560F1}" srcOrd="3" destOrd="0" presId="urn:microsoft.com/office/officeart/2005/8/layout/hProcess4"/>
    <dgm:cxn modelId="{AB6638B8-C533-462A-A5F3-22309B631CFC}" type="presParOf" srcId="{2DFA6A4B-E229-42D6-B3A7-88B7C7D64E4F}" destId="{F792AFF8-06F2-4612-9480-234FE973F13E}" srcOrd="4" destOrd="0" presId="urn:microsoft.com/office/officeart/2005/8/layout/hProcess4"/>
    <dgm:cxn modelId="{0EB8BE66-5136-4446-9162-BD7730AC62D6}" type="presParOf" srcId="{F792AFF8-06F2-4612-9480-234FE973F13E}" destId="{3A4AE543-4AA3-46A4-BE06-6F215016EDC1}" srcOrd="0" destOrd="0" presId="urn:microsoft.com/office/officeart/2005/8/layout/hProcess4"/>
    <dgm:cxn modelId="{C44583A5-6EA5-4495-AF91-0972C75FB1E6}" type="presParOf" srcId="{F792AFF8-06F2-4612-9480-234FE973F13E}" destId="{69E8EEB1-EB7B-4AC7-B191-C42E977A1741}" srcOrd="1" destOrd="0" presId="urn:microsoft.com/office/officeart/2005/8/layout/hProcess4"/>
    <dgm:cxn modelId="{03133C64-288A-4B03-B753-E105CF6520BD}" type="presParOf" srcId="{F792AFF8-06F2-4612-9480-234FE973F13E}" destId="{8AA103A6-9559-443F-B24B-EB59B19A0EA8}" srcOrd="2" destOrd="0" presId="urn:microsoft.com/office/officeart/2005/8/layout/hProcess4"/>
    <dgm:cxn modelId="{D86E815A-E442-4E5A-95B6-5E8719B1FC04}" type="presParOf" srcId="{F792AFF8-06F2-4612-9480-234FE973F13E}" destId="{BFF8D521-469B-4C4E-8729-1FB451316B1D}" srcOrd="3" destOrd="0" presId="urn:microsoft.com/office/officeart/2005/8/layout/hProcess4"/>
    <dgm:cxn modelId="{AE086F73-D496-47D7-BAEA-4830B0F7876E}" type="presParOf" srcId="{F792AFF8-06F2-4612-9480-234FE973F13E}" destId="{22E3647D-4E2F-4A67-BEB9-D16B87D884A3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A6E2888-11EE-471D-B588-E55016E5A714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9482F1-5AB1-4D46-8059-1D6756CE6527}" type="pres">
      <dgm:prSet presAssocID="{7A6E2888-11EE-471D-B588-E55016E5A714}" presName="linearFlow" presStyleCnt="0">
        <dgm:presLayoutVars>
          <dgm:dir/>
          <dgm:animLvl val="lvl"/>
          <dgm:resizeHandles/>
        </dgm:presLayoutVars>
      </dgm:prSet>
      <dgm:spPr/>
    </dgm:pt>
  </dgm:ptLst>
  <dgm:cxnLst>
    <dgm:cxn modelId="{C988E290-FE0F-45E9-B93A-E37376E3C6D5}" type="presOf" srcId="{7A6E2888-11EE-471D-B588-E55016E5A714}" destId="{3B9482F1-5AB1-4D46-8059-1D6756CE6527}" srcOrd="0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C92F7DC-8FCD-4EDF-815F-CE48495EE155}" type="doc">
      <dgm:prSet loTypeId="urn:microsoft.com/office/officeart/2005/8/layout/radial4" loCatId="relationship" qsTypeId="urn:microsoft.com/office/officeart/2009/2/quickstyle/3d8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806AD5D-8683-400E-91FE-6470F0F2A6FC}">
      <dgm:prSet phldrT="[Texte]"/>
      <dgm:spPr/>
      <dgm:t>
        <a:bodyPr/>
        <a:lstStyle/>
        <a:p>
          <a:pPr>
            <a:buNone/>
          </a:pPr>
          <a:r>
            <a:rPr lang="fr-FR" dirty="0"/>
            <a:t>Le choix dépend de l’objectif métier</a:t>
          </a:r>
          <a:endParaRPr lang="en-US" dirty="0"/>
        </a:p>
      </dgm:t>
    </dgm:pt>
    <dgm:pt modelId="{51B38CBF-95B7-40FB-AE3E-15C7E8DD970C}" type="parTrans" cxnId="{1F84E692-C1B4-4351-9DA1-7D736DDA0169}">
      <dgm:prSet/>
      <dgm:spPr/>
      <dgm:t>
        <a:bodyPr/>
        <a:lstStyle/>
        <a:p>
          <a:endParaRPr lang="en-US"/>
        </a:p>
      </dgm:t>
    </dgm:pt>
    <dgm:pt modelId="{4508231E-48E8-40E7-94C4-8D453C49802B}" type="sibTrans" cxnId="{1F84E692-C1B4-4351-9DA1-7D736DDA0169}">
      <dgm:prSet/>
      <dgm:spPr/>
      <dgm:t>
        <a:bodyPr/>
        <a:lstStyle/>
        <a:p>
          <a:endParaRPr lang="en-US"/>
        </a:p>
      </dgm:t>
    </dgm:pt>
    <dgm:pt modelId="{7A3F62E9-0F76-4532-AD21-9E1162EEB39A}">
      <dgm:prSet phldrT="[Texte]"/>
      <dgm:spPr/>
      <dgm:t>
        <a:bodyPr/>
        <a:lstStyle/>
        <a:p>
          <a:pPr>
            <a:buNone/>
          </a:pPr>
          <a:r>
            <a:rPr lang="fr-FR" dirty="0"/>
            <a:t>Logistique : interprétable + bon </a:t>
          </a:r>
          <a:r>
            <a:rPr lang="fr-FR" dirty="0" err="1"/>
            <a:t>recall</a:t>
          </a:r>
          <a:r>
            <a:rPr lang="fr-FR" dirty="0"/>
            <a:t> (pondérée)</a:t>
          </a:r>
          <a:endParaRPr lang="en-US" dirty="0"/>
        </a:p>
      </dgm:t>
    </dgm:pt>
    <dgm:pt modelId="{ABC6FF33-38DE-485F-B13C-7E4F6D456555}" type="parTrans" cxnId="{A94F16F8-2D73-4723-8A43-711BCEF4D175}">
      <dgm:prSet/>
      <dgm:spPr/>
      <dgm:t>
        <a:bodyPr/>
        <a:lstStyle/>
        <a:p>
          <a:endParaRPr lang="en-US"/>
        </a:p>
      </dgm:t>
    </dgm:pt>
    <dgm:pt modelId="{0AF31864-B063-4C01-A662-F416BA086348}" type="sibTrans" cxnId="{A94F16F8-2D73-4723-8A43-711BCEF4D175}">
      <dgm:prSet/>
      <dgm:spPr/>
      <dgm:t>
        <a:bodyPr/>
        <a:lstStyle/>
        <a:p>
          <a:endParaRPr lang="en-US"/>
        </a:p>
      </dgm:t>
    </dgm:pt>
    <dgm:pt modelId="{4CCB0F98-E87A-4758-9FDD-5613A8831AAB}">
      <dgm:prSet phldrT="[Texte]"/>
      <dgm:spPr/>
      <dgm:t>
        <a:bodyPr/>
        <a:lstStyle/>
        <a:p>
          <a:pPr>
            <a:buNone/>
          </a:pPr>
          <a:r>
            <a:rPr lang="fr-FR" dirty="0"/>
            <a:t>RF : meilleure AUC</a:t>
          </a:r>
          <a:endParaRPr lang="en-US" dirty="0"/>
        </a:p>
      </dgm:t>
    </dgm:pt>
    <dgm:pt modelId="{D1151AC0-05C4-45DA-857A-EFC7010B2151}" type="parTrans" cxnId="{6813842B-5B55-4D6D-95C8-0E656D316280}">
      <dgm:prSet/>
      <dgm:spPr/>
      <dgm:t>
        <a:bodyPr/>
        <a:lstStyle/>
        <a:p>
          <a:endParaRPr lang="en-US"/>
        </a:p>
      </dgm:t>
    </dgm:pt>
    <dgm:pt modelId="{DCD35C1F-ABE9-413E-9003-3B51CB941748}" type="sibTrans" cxnId="{6813842B-5B55-4D6D-95C8-0E656D316280}">
      <dgm:prSet/>
      <dgm:spPr/>
      <dgm:t>
        <a:bodyPr/>
        <a:lstStyle/>
        <a:p>
          <a:endParaRPr lang="en-US"/>
        </a:p>
      </dgm:t>
    </dgm:pt>
    <dgm:pt modelId="{7C2D77E3-3E7B-4A05-AEC2-BCC1CDB94F30}" type="pres">
      <dgm:prSet presAssocID="{2C92F7DC-8FCD-4EDF-815F-CE48495EE15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95F311E-F35E-4B22-A01B-69E000A3A171}" type="pres">
      <dgm:prSet presAssocID="{5806AD5D-8683-400E-91FE-6470F0F2A6FC}" presName="centerShape" presStyleLbl="node0" presStyleIdx="0" presStyleCnt="1"/>
      <dgm:spPr/>
    </dgm:pt>
    <dgm:pt modelId="{EFB9CEB9-3522-4CBC-8F35-053B364D7EA3}" type="pres">
      <dgm:prSet presAssocID="{ABC6FF33-38DE-485F-B13C-7E4F6D456555}" presName="parTrans" presStyleLbl="bgSibTrans2D1" presStyleIdx="0" presStyleCnt="2"/>
      <dgm:spPr/>
    </dgm:pt>
    <dgm:pt modelId="{6CFA8764-3F28-4113-9307-B43E69520EBA}" type="pres">
      <dgm:prSet presAssocID="{7A3F62E9-0F76-4532-AD21-9E1162EEB39A}" presName="node" presStyleLbl="node1" presStyleIdx="0" presStyleCnt="2">
        <dgm:presLayoutVars>
          <dgm:bulletEnabled val="1"/>
        </dgm:presLayoutVars>
      </dgm:prSet>
      <dgm:spPr/>
    </dgm:pt>
    <dgm:pt modelId="{7724F83C-8A5C-406F-A8DE-3B4D1EE2E434}" type="pres">
      <dgm:prSet presAssocID="{D1151AC0-05C4-45DA-857A-EFC7010B2151}" presName="parTrans" presStyleLbl="bgSibTrans2D1" presStyleIdx="1" presStyleCnt="2"/>
      <dgm:spPr/>
    </dgm:pt>
    <dgm:pt modelId="{CB957EF4-224F-4F1E-BB3A-8C7CBE473CE9}" type="pres">
      <dgm:prSet presAssocID="{4CCB0F98-E87A-4758-9FDD-5613A8831AAB}" presName="node" presStyleLbl="node1" presStyleIdx="1" presStyleCnt="2" custRadScaleRad="99011" custRadScaleInc="-446">
        <dgm:presLayoutVars>
          <dgm:bulletEnabled val="1"/>
        </dgm:presLayoutVars>
      </dgm:prSet>
      <dgm:spPr/>
    </dgm:pt>
  </dgm:ptLst>
  <dgm:cxnLst>
    <dgm:cxn modelId="{B35D630D-6513-455A-AD65-08A342979151}" type="presOf" srcId="{D1151AC0-05C4-45DA-857A-EFC7010B2151}" destId="{7724F83C-8A5C-406F-A8DE-3B4D1EE2E434}" srcOrd="0" destOrd="0" presId="urn:microsoft.com/office/officeart/2005/8/layout/radial4"/>
    <dgm:cxn modelId="{89AD530F-366C-4E77-B671-885A3E07C696}" type="presOf" srcId="{2C92F7DC-8FCD-4EDF-815F-CE48495EE155}" destId="{7C2D77E3-3E7B-4A05-AEC2-BCC1CDB94F30}" srcOrd="0" destOrd="0" presId="urn:microsoft.com/office/officeart/2005/8/layout/radial4"/>
    <dgm:cxn modelId="{BDB8E314-A968-4EC1-BDD4-3A3223BB1D84}" type="presOf" srcId="{ABC6FF33-38DE-485F-B13C-7E4F6D456555}" destId="{EFB9CEB9-3522-4CBC-8F35-053B364D7EA3}" srcOrd="0" destOrd="0" presId="urn:microsoft.com/office/officeart/2005/8/layout/radial4"/>
    <dgm:cxn modelId="{6813842B-5B55-4D6D-95C8-0E656D316280}" srcId="{5806AD5D-8683-400E-91FE-6470F0F2A6FC}" destId="{4CCB0F98-E87A-4758-9FDD-5613A8831AAB}" srcOrd="1" destOrd="0" parTransId="{D1151AC0-05C4-45DA-857A-EFC7010B2151}" sibTransId="{DCD35C1F-ABE9-413E-9003-3B51CB941748}"/>
    <dgm:cxn modelId="{B2181464-E206-4098-94F3-2C32CB6C5F4D}" type="presOf" srcId="{5806AD5D-8683-400E-91FE-6470F0F2A6FC}" destId="{095F311E-F35E-4B22-A01B-69E000A3A171}" srcOrd="0" destOrd="0" presId="urn:microsoft.com/office/officeart/2005/8/layout/radial4"/>
    <dgm:cxn modelId="{98C9274D-07BB-43BA-9615-093CE9FE57CE}" type="presOf" srcId="{7A3F62E9-0F76-4532-AD21-9E1162EEB39A}" destId="{6CFA8764-3F28-4113-9307-B43E69520EBA}" srcOrd="0" destOrd="0" presId="urn:microsoft.com/office/officeart/2005/8/layout/radial4"/>
    <dgm:cxn modelId="{1F84E692-C1B4-4351-9DA1-7D736DDA0169}" srcId="{2C92F7DC-8FCD-4EDF-815F-CE48495EE155}" destId="{5806AD5D-8683-400E-91FE-6470F0F2A6FC}" srcOrd="0" destOrd="0" parTransId="{51B38CBF-95B7-40FB-AE3E-15C7E8DD970C}" sibTransId="{4508231E-48E8-40E7-94C4-8D453C49802B}"/>
    <dgm:cxn modelId="{8A1D64D3-D7F5-49CF-8673-D16CDB0D2558}" type="presOf" srcId="{4CCB0F98-E87A-4758-9FDD-5613A8831AAB}" destId="{CB957EF4-224F-4F1E-BB3A-8C7CBE473CE9}" srcOrd="0" destOrd="0" presId="urn:microsoft.com/office/officeart/2005/8/layout/radial4"/>
    <dgm:cxn modelId="{A94F16F8-2D73-4723-8A43-711BCEF4D175}" srcId="{5806AD5D-8683-400E-91FE-6470F0F2A6FC}" destId="{7A3F62E9-0F76-4532-AD21-9E1162EEB39A}" srcOrd="0" destOrd="0" parTransId="{ABC6FF33-38DE-485F-B13C-7E4F6D456555}" sibTransId="{0AF31864-B063-4C01-A662-F416BA086348}"/>
    <dgm:cxn modelId="{CD788B74-117F-4FBC-AE1E-24D72C8A222F}" type="presParOf" srcId="{7C2D77E3-3E7B-4A05-AEC2-BCC1CDB94F30}" destId="{095F311E-F35E-4B22-A01B-69E000A3A171}" srcOrd="0" destOrd="0" presId="urn:microsoft.com/office/officeart/2005/8/layout/radial4"/>
    <dgm:cxn modelId="{C3D8E55D-94BD-4614-A86C-D1F8096F2207}" type="presParOf" srcId="{7C2D77E3-3E7B-4A05-AEC2-BCC1CDB94F30}" destId="{EFB9CEB9-3522-4CBC-8F35-053B364D7EA3}" srcOrd="1" destOrd="0" presId="urn:microsoft.com/office/officeart/2005/8/layout/radial4"/>
    <dgm:cxn modelId="{6D7D65E4-1990-4EFD-A1EE-870356E55918}" type="presParOf" srcId="{7C2D77E3-3E7B-4A05-AEC2-BCC1CDB94F30}" destId="{6CFA8764-3F28-4113-9307-B43E69520EBA}" srcOrd="2" destOrd="0" presId="urn:microsoft.com/office/officeart/2005/8/layout/radial4"/>
    <dgm:cxn modelId="{50415883-0CB0-497A-8C46-44B52CA9DE9A}" type="presParOf" srcId="{7C2D77E3-3E7B-4A05-AEC2-BCC1CDB94F30}" destId="{7724F83C-8A5C-406F-A8DE-3B4D1EE2E434}" srcOrd="3" destOrd="0" presId="urn:microsoft.com/office/officeart/2005/8/layout/radial4"/>
    <dgm:cxn modelId="{CED3C789-E534-4B94-9EA7-482FDAD53032}" type="presParOf" srcId="{7C2D77E3-3E7B-4A05-AEC2-BCC1CDB94F30}" destId="{CB957EF4-224F-4F1E-BB3A-8C7CBE473CE9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6679FE-AB05-473C-AC5E-C85FBFA3A1F1}">
      <dsp:nvSpPr>
        <dsp:cNvPr id="0" name=""/>
        <dsp:cNvSpPr/>
      </dsp:nvSpPr>
      <dsp:spPr>
        <a:xfrm>
          <a:off x="4058194" y="0"/>
          <a:ext cx="6087291" cy="1721303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85" tIns="19685" rIns="19685" bIns="19685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100" kern="1200" dirty="0"/>
            <a:t>Campagnes de marketing direct (appels clients)</a:t>
          </a:r>
          <a:endParaRPr 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Objectif : </a:t>
          </a:r>
          <a:r>
            <a:rPr lang="en-US" sz="3100" kern="1200" dirty="0" err="1"/>
            <a:t>améliorer</a:t>
          </a:r>
          <a:r>
            <a:rPr lang="en-US" sz="3100" kern="1200" dirty="0"/>
            <a:t> le </a:t>
          </a:r>
          <a:r>
            <a:rPr lang="en-US" sz="3100" kern="1200" dirty="0" err="1"/>
            <a:t>ciblage</a:t>
          </a:r>
          <a:endParaRPr lang="en-US" sz="3100" kern="1200" dirty="0"/>
        </a:p>
      </dsp:txBody>
      <dsp:txXfrm>
        <a:off x="4058194" y="215163"/>
        <a:ext cx="5441802" cy="1290977"/>
      </dsp:txXfrm>
    </dsp:sp>
    <dsp:sp modelId="{01525C5A-F0BA-4574-817F-141EDCA4B0B7}">
      <dsp:nvSpPr>
        <dsp:cNvPr id="0" name=""/>
        <dsp:cNvSpPr/>
      </dsp:nvSpPr>
      <dsp:spPr>
        <a:xfrm>
          <a:off x="0" y="0"/>
          <a:ext cx="4058194" cy="1721303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9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Contexte</a:t>
          </a:r>
        </a:p>
      </dsp:txBody>
      <dsp:txXfrm>
        <a:off x="84027" y="84027"/>
        <a:ext cx="3890140" cy="1553249"/>
      </dsp:txXfrm>
    </dsp:sp>
    <dsp:sp modelId="{1C6B4BD5-D640-430C-B0DC-77254AF80677}">
      <dsp:nvSpPr>
        <dsp:cNvPr id="0" name=""/>
        <dsp:cNvSpPr/>
      </dsp:nvSpPr>
      <dsp:spPr>
        <a:xfrm>
          <a:off x="4058194" y="1893433"/>
          <a:ext cx="6087291" cy="1721303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85" tIns="19685" rIns="19685" bIns="19685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3100" kern="1200" dirty="0"/>
            <a:t> Variable cible :</a:t>
          </a:r>
          <a:br>
            <a:rPr lang="fr-FR" sz="3100" kern="1200" dirty="0"/>
          </a:br>
          <a:r>
            <a:rPr lang="fr-FR" sz="3100" kern="1200" dirty="0"/>
            <a:t>y = 1 (souscription)</a:t>
          </a:r>
          <a:br>
            <a:rPr lang="fr-FR" sz="3100" kern="1200" dirty="0"/>
          </a:br>
          <a:r>
            <a:rPr lang="fr-FR" sz="3100" kern="1200" dirty="0"/>
            <a:t>y = 0 (non souscription)</a:t>
          </a:r>
          <a:endParaRPr lang="en-US" sz="3100" kern="1200" dirty="0"/>
        </a:p>
      </dsp:txBody>
      <dsp:txXfrm>
        <a:off x="4058194" y="2108596"/>
        <a:ext cx="5441802" cy="1290977"/>
      </dsp:txXfrm>
    </dsp:sp>
    <dsp:sp modelId="{A2E8B59C-508C-49F3-B18C-D9FA2D26C348}">
      <dsp:nvSpPr>
        <dsp:cNvPr id="0" name=""/>
        <dsp:cNvSpPr/>
      </dsp:nvSpPr>
      <dsp:spPr>
        <a:xfrm>
          <a:off x="0" y="1893433"/>
          <a:ext cx="4058194" cy="1721303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-2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49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Problème</a:t>
          </a:r>
          <a:endParaRPr lang="en-US" sz="49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84027" y="1977460"/>
        <a:ext cx="3890140" cy="1553249"/>
      </dsp:txXfrm>
    </dsp:sp>
    <dsp:sp modelId="{DAC9BD6E-E99F-4D8C-8E94-4E52F1127EFD}">
      <dsp:nvSpPr>
        <dsp:cNvPr id="0" name=""/>
        <dsp:cNvSpPr/>
      </dsp:nvSpPr>
      <dsp:spPr>
        <a:xfrm>
          <a:off x="4058194" y="3786867"/>
          <a:ext cx="6087291" cy="1721303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85" tIns="19685" rIns="19685" bIns="19685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3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Classification</a:t>
          </a:r>
          <a:r>
            <a:rPr lang="en-US" sz="2400" b="1" kern="1200" dirty="0"/>
            <a:t> </a:t>
          </a:r>
          <a:r>
            <a:rPr lang="en-US" sz="31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supervisée</a:t>
          </a:r>
          <a:r>
            <a:rPr lang="en-US" sz="3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 </a:t>
          </a:r>
          <a:r>
            <a:rPr lang="en-US" sz="31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binaire</a:t>
          </a:r>
          <a:endParaRPr lang="en-US" sz="31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w Cen MT" panose="020B0602020104020603"/>
            <a:ea typeface="+mn-ea"/>
            <a:cs typeface="+mn-cs"/>
          </a:endParaRP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3100" kern="1200" dirty="0"/>
            <a:t>          P(Y=1∣X=x) </a:t>
          </a:r>
          <a:endParaRPr lang="en-US" sz="31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w Cen MT" panose="020B0602020104020603"/>
            <a:ea typeface="+mn-ea"/>
            <a:cs typeface="+mn-cs"/>
          </a:endParaRPr>
        </a:p>
      </dsp:txBody>
      <dsp:txXfrm>
        <a:off x="4058194" y="4002030"/>
        <a:ext cx="5441802" cy="1290977"/>
      </dsp:txXfrm>
    </dsp:sp>
    <dsp:sp modelId="{8DF525E3-28E6-4A92-BD96-577F41237F51}">
      <dsp:nvSpPr>
        <dsp:cNvPr id="0" name=""/>
        <dsp:cNvSpPr/>
      </dsp:nvSpPr>
      <dsp:spPr>
        <a:xfrm>
          <a:off x="0" y="3786867"/>
          <a:ext cx="4058194" cy="1721303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9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Nature du problème</a:t>
          </a:r>
          <a:endParaRPr lang="en-US" sz="49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84027" y="3870894"/>
        <a:ext cx="3890140" cy="15532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1B2C7-0B23-4FE8-AB0F-5877B88532DB}">
      <dsp:nvSpPr>
        <dsp:cNvPr id="0" name=""/>
        <dsp:cNvSpPr/>
      </dsp:nvSpPr>
      <dsp:spPr>
        <a:xfrm>
          <a:off x="0" y="83427"/>
          <a:ext cx="3503060" cy="875041"/>
        </a:xfrm>
        <a:prstGeom prst="rect">
          <a:avLst/>
        </a:prstGeom>
        <a:gradFill rotWithShape="0">
          <a:gsLst>
            <a:gs pos="0">
              <a:schemeClr val="accent6">
                <a:shade val="50000"/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6">
                <a:shade val="50000"/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Structure</a:t>
          </a:r>
          <a:endParaRPr lang="en-US" sz="2400" b="1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83427"/>
        <a:ext cx="3503060" cy="875041"/>
      </dsp:txXfrm>
    </dsp:sp>
    <dsp:sp modelId="{17CA1487-CDD9-4364-92F6-A11DBDAFE16C}">
      <dsp:nvSpPr>
        <dsp:cNvPr id="0" name=""/>
        <dsp:cNvSpPr/>
      </dsp:nvSpPr>
      <dsp:spPr>
        <a:xfrm>
          <a:off x="3592" y="1012896"/>
          <a:ext cx="3503060" cy="3335174"/>
        </a:xfrm>
        <a:prstGeom prst="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fr-FR" sz="2700" kern="1200" dirty="0"/>
            <a:t>41 176 observations</a:t>
          </a:r>
          <a:endParaRPr lang="en-US" sz="27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fr-FR" sz="2700" kern="1200" dirty="0"/>
            <a:t>20 variables explicatives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fr-FR" sz="2700" kern="1200"/>
            <a:t>1 variable cible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fr-FR" sz="2700" kern="1200" dirty="0"/>
            <a:t>10 variables numériques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fr-FR" sz="2700" kern="1200" dirty="0"/>
            <a:t>10 variables catégorielles</a:t>
          </a:r>
          <a:endParaRPr lang="en-US" sz="2700" kern="1200" dirty="0"/>
        </a:p>
      </dsp:txBody>
      <dsp:txXfrm>
        <a:off x="3592" y="1012896"/>
        <a:ext cx="3503060" cy="3335174"/>
      </dsp:txXfrm>
    </dsp:sp>
    <dsp:sp modelId="{055A5EAB-EAE0-4501-8649-31F112FF9AD5}">
      <dsp:nvSpPr>
        <dsp:cNvPr id="0" name=""/>
        <dsp:cNvSpPr/>
      </dsp:nvSpPr>
      <dsp:spPr>
        <a:xfrm>
          <a:off x="4021848" y="104804"/>
          <a:ext cx="3503060" cy="875041"/>
        </a:xfrm>
        <a:prstGeom prst="rect">
          <a:avLst/>
        </a:prstGeom>
        <a:gradFill rotWithShape="0">
          <a:gsLst>
            <a:gs pos="0">
              <a:schemeClr val="accent6">
                <a:shade val="50000"/>
                <a:hueOff val="-33252"/>
                <a:satOff val="-4560"/>
                <a:lumOff val="2782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6">
                <a:shade val="50000"/>
                <a:hueOff val="-33252"/>
                <a:satOff val="-4560"/>
                <a:lumOff val="2782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Qualité des données</a:t>
          </a:r>
          <a:endParaRPr lang="en-US" sz="2400" b="1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021848" y="104804"/>
        <a:ext cx="3503060" cy="875041"/>
      </dsp:txXfrm>
    </dsp:sp>
    <dsp:sp modelId="{E4FD5043-5612-43C5-B6AE-CCD431549399}">
      <dsp:nvSpPr>
        <dsp:cNvPr id="0" name=""/>
        <dsp:cNvSpPr/>
      </dsp:nvSpPr>
      <dsp:spPr>
        <a:xfrm>
          <a:off x="4018836" y="1012896"/>
          <a:ext cx="3503060" cy="3335174"/>
        </a:xfrm>
        <a:prstGeom prst="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fr-FR" sz="2700" kern="1200" dirty="0"/>
            <a:t>Pas de valeurs manquantes</a:t>
          </a:r>
          <a:endParaRPr lang="en-US" sz="27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fr-FR" sz="2700" kern="1200" dirty="0"/>
            <a:t>12 doublons identifiés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fr-FR" sz="2700" kern="1200" dirty="0"/>
            <a:t>Valeur “</a:t>
          </a:r>
          <a:r>
            <a:rPr lang="fr-FR" sz="2700" kern="1200" dirty="0" err="1"/>
            <a:t>unknown</a:t>
          </a:r>
          <a:endParaRPr lang="en-US" sz="2700" kern="1200" dirty="0"/>
        </a:p>
      </dsp:txBody>
      <dsp:txXfrm>
        <a:off x="4018836" y="1012896"/>
        <a:ext cx="3503060" cy="3335174"/>
      </dsp:txXfrm>
    </dsp:sp>
    <dsp:sp modelId="{23D06E36-F688-4B37-8BB8-73015E665B0E}">
      <dsp:nvSpPr>
        <dsp:cNvPr id="0" name=""/>
        <dsp:cNvSpPr/>
      </dsp:nvSpPr>
      <dsp:spPr>
        <a:xfrm>
          <a:off x="7994164" y="126969"/>
          <a:ext cx="3503060" cy="875041"/>
        </a:xfrm>
        <a:prstGeom prst="rect">
          <a:avLst/>
        </a:prstGeom>
        <a:gradFill rotWithShape="0">
          <a:gsLst>
            <a:gs pos="0">
              <a:schemeClr val="accent6">
                <a:shade val="50000"/>
                <a:hueOff val="-33252"/>
                <a:satOff val="-4560"/>
                <a:lumOff val="2782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6">
                <a:shade val="50000"/>
                <a:hueOff val="-33252"/>
                <a:satOff val="-4560"/>
                <a:lumOff val="2782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Familles de variables</a:t>
          </a:r>
          <a:endParaRPr lang="en-US" sz="2400" b="1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7994164" y="126969"/>
        <a:ext cx="3503060" cy="875041"/>
      </dsp:txXfrm>
    </dsp:sp>
    <dsp:sp modelId="{EA81ED6A-A7EA-4137-A3DC-D16E79F1B938}">
      <dsp:nvSpPr>
        <dsp:cNvPr id="0" name=""/>
        <dsp:cNvSpPr/>
      </dsp:nvSpPr>
      <dsp:spPr>
        <a:xfrm>
          <a:off x="7968817" y="1032973"/>
          <a:ext cx="3503060" cy="3335174"/>
        </a:xfrm>
        <a:prstGeom prst="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altLang="en-US" sz="2700" kern="1200">
              <a:latin typeface="Tw Cen MT" panose="020B0602020104020603"/>
              <a:ea typeface="+mn-ea"/>
              <a:cs typeface="+mn-cs"/>
            </a:rPr>
            <a:t>socio-démographiques </a:t>
          </a:r>
          <a:endParaRPr lang="en-US" sz="2700" kern="1200" dirty="0">
            <a:latin typeface="Tw Cen MT" panose="020B0602020104020603"/>
            <a:ea typeface="+mn-ea"/>
            <a:cs typeface="+mn-cs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altLang="en-US" sz="2700" kern="1200" dirty="0" err="1">
              <a:latin typeface="Tw Cen MT" panose="020B0602020104020603"/>
              <a:ea typeface="+mn-ea"/>
              <a:cs typeface="+mn-cs"/>
            </a:rPr>
            <a:t>campagne</a:t>
          </a:r>
          <a:r>
            <a:rPr lang="en-US" altLang="en-US" sz="2700" kern="1200" dirty="0">
              <a:latin typeface="Tw Cen MT" panose="020B0602020104020603"/>
              <a:ea typeface="+mn-ea"/>
              <a:cs typeface="+mn-cs"/>
            </a:rPr>
            <a:t> </a:t>
          </a:r>
          <a:r>
            <a:rPr lang="en-US" altLang="en-US" sz="2700" kern="1200" dirty="0" err="1">
              <a:latin typeface="Tw Cen MT" panose="020B0602020104020603"/>
              <a:ea typeface="+mn-ea"/>
              <a:cs typeface="+mn-cs"/>
            </a:rPr>
            <a:t>en</a:t>
          </a:r>
          <a:r>
            <a:rPr lang="en-US" altLang="en-US" sz="2700" kern="1200" dirty="0">
              <a:latin typeface="Tw Cen MT" panose="020B0602020104020603"/>
              <a:ea typeface="+mn-ea"/>
              <a:cs typeface="+mn-cs"/>
            </a:rPr>
            <a:t> </a:t>
          </a:r>
          <a:r>
            <a:rPr lang="en-US" altLang="en-US" sz="2700" kern="1200" dirty="0" err="1">
              <a:latin typeface="Tw Cen MT" panose="020B0602020104020603"/>
              <a:ea typeface="+mn-ea"/>
              <a:cs typeface="+mn-cs"/>
            </a:rPr>
            <a:t>cours</a:t>
          </a:r>
          <a:r>
            <a:rPr lang="en-US" altLang="en-US" sz="2700" kern="1200" dirty="0">
              <a:latin typeface="Tw Cen MT" panose="020B0602020104020603"/>
              <a:ea typeface="+mn-ea"/>
              <a:cs typeface="+mn-cs"/>
            </a:rPr>
            <a:t>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altLang="en-US" sz="2700" kern="1200">
              <a:latin typeface="Tw Cen MT" panose="020B0602020104020603"/>
              <a:ea typeface="+mn-ea"/>
              <a:cs typeface="+mn-cs"/>
            </a:rPr>
            <a:t>historique campagne </a:t>
          </a:r>
          <a:endParaRPr lang="en-US" altLang="en-US" sz="2700" kern="1200" dirty="0">
            <a:latin typeface="Tw Cen MT" panose="020B0602020104020603"/>
            <a:ea typeface="+mn-ea"/>
            <a:cs typeface="+mn-cs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altLang="en-US" sz="2700" kern="1200">
              <a:latin typeface="Tw Cen MT" panose="020B0602020104020603"/>
              <a:ea typeface="+mn-ea"/>
              <a:cs typeface="+mn-cs"/>
            </a:rPr>
            <a:t>contexte macroéconomique</a:t>
          </a:r>
          <a:endParaRPr lang="en-US" altLang="en-US" sz="2700" kern="1200" dirty="0">
            <a:latin typeface="Tw Cen MT" panose="020B0602020104020603"/>
            <a:ea typeface="+mn-ea"/>
            <a:cs typeface="+mn-cs"/>
          </a:endParaRPr>
        </a:p>
      </dsp:txBody>
      <dsp:txXfrm>
        <a:off x="7968817" y="1032973"/>
        <a:ext cx="3503060" cy="33351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9836F-2323-4D79-8C2B-7FDF9059D0A3}">
      <dsp:nvSpPr>
        <dsp:cNvPr id="0" name=""/>
        <dsp:cNvSpPr/>
      </dsp:nvSpPr>
      <dsp:spPr>
        <a:xfrm>
          <a:off x="2055427" y="1698824"/>
          <a:ext cx="3957861" cy="32644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55245" rIns="55245" bIns="55245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2900" kern="1200" dirty="0"/>
            <a:t>Types vérifiés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2900" kern="1200" dirty="0"/>
            <a:t>Pas de valeurs manquantes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2900" kern="1200" dirty="0"/>
            <a:t>12 doublons supprimés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2900" kern="1200" dirty="0"/>
            <a:t>“</a:t>
          </a:r>
          <a:r>
            <a:rPr lang="fr-FR" sz="2900" kern="1200" dirty="0" err="1"/>
            <a:t>unknown</a:t>
          </a:r>
          <a:r>
            <a:rPr lang="fr-FR" sz="2900" kern="1200" dirty="0"/>
            <a:t>” conservé</a:t>
          </a:r>
          <a:endParaRPr lang="en-US" sz="2900" kern="1200" dirty="0"/>
        </a:p>
      </dsp:txBody>
      <dsp:txXfrm>
        <a:off x="2130550" y="1773947"/>
        <a:ext cx="3807615" cy="2414645"/>
      </dsp:txXfrm>
    </dsp:sp>
    <dsp:sp modelId="{BFA8CCAE-0692-4AA4-8C77-D8A305014BC1}">
      <dsp:nvSpPr>
        <dsp:cNvPr id="0" name=""/>
        <dsp:cNvSpPr/>
      </dsp:nvSpPr>
      <dsp:spPr>
        <a:xfrm>
          <a:off x="4275506" y="2485156"/>
          <a:ext cx="4356492" cy="4356492"/>
        </a:xfrm>
        <a:prstGeom prst="leftCircularArrow">
          <a:avLst>
            <a:gd name="adj1" fmla="val 3274"/>
            <a:gd name="adj2" fmla="val 404096"/>
            <a:gd name="adj3" fmla="val 2179607"/>
            <a:gd name="adj4" fmla="val 9024489"/>
            <a:gd name="adj5" fmla="val 382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801E8-9151-4C83-A0DA-34B9E3939D2C}">
      <dsp:nvSpPr>
        <dsp:cNvPr id="0" name=""/>
        <dsp:cNvSpPr/>
      </dsp:nvSpPr>
      <dsp:spPr>
        <a:xfrm>
          <a:off x="2934952" y="4263716"/>
          <a:ext cx="3518099" cy="13990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 dirty="0"/>
            <a:t>Choix Critique</a:t>
          </a:r>
          <a:endParaRPr lang="en-US" sz="3600" kern="1200" dirty="0"/>
        </a:p>
      </dsp:txBody>
      <dsp:txXfrm>
        <a:off x="2975928" y="4304692"/>
        <a:ext cx="3436147" cy="1317079"/>
      </dsp:txXfrm>
    </dsp:sp>
    <dsp:sp modelId="{5A909261-CDB7-4D13-B071-61FA4802A737}">
      <dsp:nvSpPr>
        <dsp:cNvPr id="0" name=""/>
        <dsp:cNvSpPr/>
      </dsp:nvSpPr>
      <dsp:spPr>
        <a:xfrm>
          <a:off x="7092108" y="1698824"/>
          <a:ext cx="3957861" cy="32644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55245" rIns="55245" bIns="55245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2900" kern="1200" dirty="0"/>
            <a:t>Connue </a:t>
          </a:r>
          <a:r>
            <a:rPr lang="fr-FR" sz="2900" b="1" kern="1200" dirty="0"/>
            <a:t>après l’appel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2900" kern="1200" dirty="0"/>
            <a:t>Fuite d’information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2900" kern="1200" dirty="0"/>
            <a:t>Modèle irréaliste si conservée</a:t>
          </a:r>
          <a:endParaRPr lang="en-US" sz="2900" kern="1200" dirty="0"/>
        </a:p>
      </dsp:txBody>
      <dsp:txXfrm>
        <a:off x="7167231" y="2473463"/>
        <a:ext cx="3807615" cy="2414645"/>
      </dsp:txXfrm>
    </dsp:sp>
    <dsp:sp modelId="{BEB60B7B-9228-457B-80A3-B2ECAAA90ED0}">
      <dsp:nvSpPr>
        <dsp:cNvPr id="0" name=""/>
        <dsp:cNvSpPr/>
      </dsp:nvSpPr>
      <dsp:spPr>
        <a:xfrm>
          <a:off x="7126233" y="4211192"/>
          <a:ext cx="3518099" cy="13990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🚨</a:t>
          </a:r>
          <a:r>
            <a:rPr lang="fr-FR" sz="3600" kern="1200" dirty="0"/>
            <a:t>Exclusion de la variable duration</a:t>
          </a:r>
          <a:endParaRPr lang="en-US" sz="3600" kern="1200" dirty="0"/>
        </a:p>
      </dsp:txBody>
      <dsp:txXfrm>
        <a:off x="7167209" y="4252168"/>
        <a:ext cx="3436147" cy="13170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9836F-2323-4D79-8C2B-7FDF9059D0A3}">
      <dsp:nvSpPr>
        <dsp:cNvPr id="0" name=""/>
        <dsp:cNvSpPr/>
      </dsp:nvSpPr>
      <dsp:spPr>
        <a:xfrm>
          <a:off x="2640" y="1338062"/>
          <a:ext cx="2678343" cy="22090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700" kern="1200" dirty="0"/>
            <a:t>cible binaire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700" kern="1200" dirty="0"/>
            <a:t>prédictions non bornées</a:t>
          </a:r>
          <a:endParaRPr lang="en-US" sz="1700" kern="1200" dirty="0"/>
        </a:p>
      </dsp:txBody>
      <dsp:txXfrm>
        <a:off x="53477" y="1388899"/>
        <a:ext cx="2576669" cy="1634026"/>
      </dsp:txXfrm>
    </dsp:sp>
    <dsp:sp modelId="{BFA8CCAE-0692-4AA4-8C77-D8A305014BC1}">
      <dsp:nvSpPr>
        <dsp:cNvPr id="0" name=""/>
        <dsp:cNvSpPr/>
      </dsp:nvSpPr>
      <dsp:spPr>
        <a:xfrm>
          <a:off x="1504644" y="1852861"/>
          <a:ext cx="2970460" cy="2970460"/>
        </a:xfrm>
        <a:prstGeom prst="leftCircularArrow">
          <a:avLst>
            <a:gd name="adj1" fmla="val 3210"/>
            <a:gd name="adj2" fmla="val 395597"/>
            <a:gd name="adj3" fmla="val 2171107"/>
            <a:gd name="adj4" fmla="val 9024489"/>
            <a:gd name="adj5" fmla="val 3745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801E8-9151-4C83-A0DA-34B9E3939D2C}">
      <dsp:nvSpPr>
        <dsp:cNvPr id="0" name=""/>
        <dsp:cNvSpPr/>
      </dsp:nvSpPr>
      <dsp:spPr>
        <a:xfrm>
          <a:off x="597828" y="3073763"/>
          <a:ext cx="2380750" cy="9467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Régression</a:t>
          </a:r>
          <a:r>
            <a:rPr lang="en-US" sz="1700" kern="1200" dirty="0"/>
            <a:t> </a:t>
          </a:r>
          <a:r>
            <a:rPr lang="en-US" sz="1700" kern="1200" dirty="0" err="1"/>
            <a:t>Linéaire</a:t>
          </a:r>
          <a:endParaRPr lang="en-US" sz="1700" kern="1200" dirty="0"/>
        </a:p>
      </dsp:txBody>
      <dsp:txXfrm>
        <a:off x="625557" y="3101492"/>
        <a:ext cx="2325292" cy="891287"/>
      </dsp:txXfrm>
    </dsp:sp>
    <dsp:sp modelId="{5A909261-CDB7-4D13-B071-61FA4802A737}">
      <dsp:nvSpPr>
        <dsp:cNvPr id="0" name=""/>
        <dsp:cNvSpPr/>
      </dsp:nvSpPr>
      <dsp:spPr>
        <a:xfrm>
          <a:off x="3432681" y="1338062"/>
          <a:ext cx="2678343" cy="22090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700" kern="1200" dirty="0"/>
            <a:t>adaptée à la classification binaire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700" kern="1200" dirty="0"/>
            <a:t>sortie probabiliste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700" kern="1200" dirty="0"/>
            <a:t>Interprétable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US" sz="1700" i="1" kern="1200" smtClean="0"/>
                <m:t>𝑃</m:t>
              </m:r>
              <m:d>
                <m:dPr>
                  <m:ctrlPr>
                    <a:rPr lang="en-US" sz="1700" i="1" kern="1200"/>
                  </m:ctrlPr>
                </m:dPr>
                <m:e>
                  <m:r>
                    <a:rPr lang="en-US" sz="1700" i="1" kern="1200"/>
                    <m:t>𝑌</m:t>
                  </m:r>
                  <m:r>
                    <a:rPr lang="en-US" sz="1700" i="0" kern="1200"/>
                    <m:t>=1∣</m:t>
                  </m:r>
                  <m:r>
                    <a:rPr lang="en-US" sz="1700" i="1" kern="1200"/>
                    <m:t>𝑋</m:t>
                  </m:r>
                </m:e>
              </m:d>
              <m:r>
                <a:rPr lang="en-US" sz="1700" i="0" kern="1200"/>
                <m:t>=</m:t>
              </m:r>
              <m:f>
                <m:fPr>
                  <m:ctrlPr>
                    <a:rPr lang="en-US" sz="1700" i="1" kern="1200"/>
                  </m:ctrlPr>
                </m:fPr>
                <m:num>
                  <m:r>
                    <a:rPr lang="en-US" sz="1700" i="0" kern="1200"/>
                    <m:t>1</m:t>
                  </m:r>
                </m:num>
                <m:den>
                  <m:r>
                    <a:rPr lang="en-US" sz="1700" i="0" kern="1200"/>
                    <m:t>1+</m:t>
                  </m:r>
                  <m:sSup>
                    <m:sSupPr>
                      <m:ctrlPr>
                        <a:rPr lang="en-US" sz="1700" i="1" kern="1200"/>
                      </m:ctrlPr>
                    </m:sSupPr>
                    <m:e>
                      <m:r>
                        <a:rPr lang="en-US" sz="1700" i="1" kern="1200"/>
                        <m:t>𝑒</m:t>
                      </m:r>
                    </m:e>
                    <m:sup>
                      <m:r>
                        <a:rPr lang="en-US" sz="1700" i="0" kern="1200"/>
                        <m:t>−</m:t>
                      </m:r>
                      <m:d>
                        <m:dPr>
                          <m:ctrlPr>
                            <a:rPr lang="en-US" sz="1700" i="1" kern="1200"/>
                          </m:ctrlPr>
                        </m:dPr>
                        <m:e>
                          <m:sSup>
                            <m:sSupPr>
                              <m:ctrlPr>
                                <a:rPr lang="en-US" sz="1700" i="1" kern="1200"/>
                              </m:ctrlPr>
                            </m:sSupPr>
                            <m:e>
                              <m:r>
                                <a:rPr lang="en-US" sz="1700" i="1" kern="1200"/>
                                <m:t>𝑤</m:t>
                              </m:r>
                            </m:e>
                            <m:sup>
                              <m:r>
                                <a:rPr lang="en-US" sz="1700" i="1" kern="1200"/>
                                <m:t>𝑇</m:t>
                              </m:r>
                            </m:sup>
                          </m:sSup>
                          <m:r>
                            <a:rPr lang="en-US" sz="1700" i="1" kern="1200"/>
                            <m:t>𝑋</m:t>
                          </m:r>
                          <m:r>
                            <a:rPr lang="en-US" sz="1700" i="0" kern="1200"/>
                            <m:t>+</m:t>
                          </m:r>
                          <m:r>
                            <a:rPr lang="en-US" sz="1700" i="1" kern="1200"/>
                            <m:t>𝑏</m:t>
                          </m:r>
                        </m:e>
                      </m:d>
                    </m:sup>
                  </m:sSup>
                </m:den>
              </m:f>
            </m:oMath>
          </a14:m>
          <a:endParaRPr lang="en-US" sz="1700" kern="1200" dirty="0"/>
        </a:p>
      </dsp:txBody>
      <dsp:txXfrm>
        <a:off x="3483518" y="1862272"/>
        <a:ext cx="2576669" cy="1634026"/>
      </dsp:txXfrm>
    </dsp:sp>
    <dsp:sp modelId="{2A2CDCBC-2C70-485A-9B83-91EB7B7560F1}">
      <dsp:nvSpPr>
        <dsp:cNvPr id="0" name=""/>
        <dsp:cNvSpPr/>
      </dsp:nvSpPr>
      <dsp:spPr>
        <a:xfrm>
          <a:off x="4912365" y="-24738"/>
          <a:ext cx="3312693" cy="3312693"/>
        </a:xfrm>
        <a:prstGeom prst="circularArrow">
          <a:avLst>
            <a:gd name="adj1" fmla="val 2879"/>
            <a:gd name="adj2" fmla="val 351969"/>
            <a:gd name="adj3" fmla="val 19472521"/>
            <a:gd name="adj4" fmla="val 12575511"/>
            <a:gd name="adj5" fmla="val 3358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60B7B-9228-457B-80A3-B2ECAAA90ED0}">
      <dsp:nvSpPr>
        <dsp:cNvPr id="0" name=""/>
        <dsp:cNvSpPr/>
      </dsp:nvSpPr>
      <dsp:spPr>
        <a:xfrm>
          <a:off x="4027869" y="864689"/>
          <a:ext cx="2380750" cy="9467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Régression</a:t>
          </a:r>
          <a:r>
            <a:rPr lang="en-US" sz="1700" kern="1200" dirty="0"/>
            <a:t> </a:t>
          </a:r>
          <a:r>
            <a:rPr lang="en-US" sz="1700" kern="1200" dirty="0" err="1"/>
            <a:t>Logistique</a:t>
          </a:r>
          <a:endParaRPr lang="en-US" sz="1700" kern="1200" dirty="0"/>
        </a:p>
      </dsp:txBody>
      <dsp:txXfrm>
        <a:off x="4055598" y="892418"/>
        <a:ext cx="2325292" cy="891287"/>
      </dsp:txXfrm>
    </dsp:sp>
    <dsp:sp modelId="{69E8EEB1-EB7B-4AC7-B191-C42E977A1741}">
      <dsp:nvSpPr>
        <dsp:cNvPr id="0" name=""/>
        <dsp:cNvSpPr/>
      </dsp:nvSpPr>
      <dsp:spPr>
        <a:xfrm>
          <a:off x="6862722" y="1338062"/>
          <a:ext cx="2678343" cy="22090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700" kern="1200" dirty="0"/>
            <a:t>modèle non linéaire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700" kern="1200" dirty="0"/>
            <a:t>capture interactions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700" kern="1200" dirty="0"/>
            <a:t>plus flexible</a:t>
          </a:r>
          <a:endParaRPr lang="en-US" sz="1700" kern="1200" dirty="0"/>
        </a:p>
      </dsp:txBody>
      <dsp:txXfrm>
        <a:off x="6913559" y="1388899"/>
        <a:ext cx="2576669" cy="1634026"/>
      </dsp:txXfrm>
    </dsp:sp>
    <dsp:sp modelId="{BFF8D521-469B-4C4E-8729-1FB451316B1D}">
      <dsp:nvSpPr>
        <dsp:cNvPr id="0" name=""/>
        <dsp:cNvSpPr/>
      </dsp:nvSpPr>
      <dsp:spPr>
        <a:xfrm>
          <a:off x="7457909" y="3073763"/>
          <a:ext cx="2380750" cy="9467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Random Forest</a:t>
          </a:r>
        </a:p>
      </dsp:txBody>
      <dsp:txXfrm>
        <a:off x="7485638" y="3101492"/>
        <a:ext cx="2325292" cy="8912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5F311E-F35E-4B22-A01B-69E000A3A171}">
      <dsp:nvSpPr>
        <dsp:cNvPr id="0" name=""/>
        <dsp:cNvSpPr/>
      </dsp:nvSpPr>
      <dsp:spPr>
        <a:xfrm>
          <a:off x="4066803" y="1734530"/>
          <a:ext cx="2741221" cy="27412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Le choix dépend de l’objectif métier</a:t>
          </a:r>
          <a:endParaRPr lang="en-US" sz="3300" kern="1200" dirty="0"/>
        </a:p>
      </dsp:txBody>
      <dsp:txXfrm>
        <a:off x="4468246" y="2135973"/>
        <a:ext cx="1938335" cy="1938335"/>
      </dsp:txXfrm>
    </dsp:sp>
    <dsp:sp modelId="{EFB9CEB9-3522-4CBC-8F35-053B364D7EA3}">
      <dsp:nvSpPr>
        <dsp:cNvPr id="0" name=""/>
        <dsp:cNvSpPr/>
      </dsp:nvSpPr>
      <dsp:spPr>
        <a:xfrm rot="12900000">
          <a:off x="2300555" y="1254705"/>
          <a:ext cx="2104065" cy="7812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z="-152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FA8764-3F28-4113-9307-B43E69520EBA}">
      <dsp:nvSpPr>
        <dsp:cNvPr id="0" name=""/>
        <dsp:cNvSpPr/>
      </dsp:nvSpPr>
      <dsp:spPr>
        <a:xfrm>
          <a:off x="1188733" y="244"/>
          <a:ext cx="2604160" cy="20833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500" kern="1200" dirty="0"/>
            <a:t>Logistique : interprétable + bon </a:t>
          </a:r>
          <a:r>
            <a:rPr lang="fr-FR" sz="3500" kern="1200" dirty="0" err="1"/>
            <a:t>recall</a:t>
          </a:r>
          <a:r>
            <a:rPr lang="fr-FR" sz="3500" kern="1200" dirty="0"/>
            <a:t> (pondérée)</a:t>
          </a:r>
          <a:endParaRPr lang="en-US" sz="3500" kern="1200" dirty="0"/>
        </a:p>
      </dsp:txBody>
      <dsp:txXfrm>
        <a:off x="1249752" y="61263"/>
        <a:ext cx="2482122" cy="1961290"/>
      </dsp:txXfrm>
    </dsp:sp>
    <dsp:sp modelId="{7724F83C-8A5C-406F-A8DE-3B4D1EE2E434}">
      <dsp:nvSpPr>
        <dsp:cNvPr id="0" name=""/>
        <dsp:cNvSpPr/>
      </dsp:nvSpPr>
      <dsp:spPr>
        <a:xfrm rot="19475916">
          <a:off x="6461441" y="1251007"/>
          <a:ext cx="2070446" cy="7812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z="-152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957EF4-224F-4F1E-BB3A-8C7CBE473CE9}">
      <dsp:nvSpPr>
        <dsp:cNvPr id="0" name=""/>
        <dsp:cNvSpPr/>
      </dsp:nvSpPr>
      <dsp:spPr>
        <a:xfrm>
          <a:off x="7038409" y="261"/>
          <a:ext cx="2604160" cy="20833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500" kern="1200" dirty="0"/>
            <a:t>RF : meilleure AUC</a:t>
          </a:r>
          <a:endParaRPr lang="en-US" sz="3500" kern="1200" dirty="0"/>
        </a:p>
      </dsp:txBody>
      <dsp:txXfrm>
        <a:off x="7099428" y="61280"/>
        <a:ext cx="2482122" cy="19612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780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01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07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197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66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994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346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8A32C-A9C9-ADAF-ADAB-8FDAF51FE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C3CB082-6247-7C93-056B-D3EB0F1E6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7A392FF-E37F-7D5A-5121-E5D75ADE7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12F5F2-4BE5-88F7-4C90-19E7253CD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360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289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882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5085F-0A65-E4B6-D97E-0C43374A9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37EA20B-891D-A733-6E3A-29A9B8B12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981A0C7-77F5-1448-E320-0BF04AD74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4ED711-F626-6266-2EC1-DB67758C0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974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650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442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8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583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337" y="300791"/>
            <a:ext cx="9305325" cy="3898231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/>
              <a:t>Prédiction de la souscription à un dépôt bancaire</a:t>
            </a:r>
            <a:br>
              <a:rPr lang="fr-FR" sz="5400" b="1" dirty="0"/>
            </a:br>
            <a:br>
              <a:rPr lang="fr-FR" sz="5400" dirty="0"/>
            </a:br>
            <a:r>
              <a:rPr lang="fr-FR" sz="3300" i="1" dirty="0"/>
              <a:t>Approche de classification supervisée sur le </a:t>
            </a:r>
            <a:r>
              <a:rPr lang="fr-FR" sz="3300" i="1" dirty="0" err="1"/>
              <a:t>dataset</a:t>
            </a:r>
            <a:r>
              <a:rPr lang="fr-FR" sz="3300" i="1" dirty="0"/>
              <a:t> Bank Marketing</a:t>
            </a:r>
            <a:endParaRPr lang="en-US" sz="3300" dirty="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9904" y="4651636"/>
            <a:ext cx="10134602" cy="2108023"/>
          </a:xfrm>
        </p:spPr>
        <p:txBody>
          <a:bodyPr>
            <a:normAutofit lnSpcReduction="10000"/>
          </a:bodyPr>
          <a:lstStyle/>
          <a:p>
            <a:pPr algn="ctr"/>
            <a:endParaRPr lang="fr-FR" sz="1800" b="1" dirty="0"/>
          </a:p>
          <a:p>
            <a:pPr algn="ctr"/>
            <a:endParaRPr lang="fr-FR" sz="1800" b="1" dirty="0"/>
          </a:p>
          <a:p>
            <a:r>
              <a:rPr lang="fr-FR" sz="2200" b="1" dirty="0"/>
              <a:t>Khady DIAGNE</a:t>
            </a:r>
            <a:br>
              <a:rPr lang="fr-FR" sz="2200" dirty="0"/>
            </a:br>
            <a:r>
              <a:rPr lang="fr-FR" sz="2200" dirty="0"/>
              <a:t>Master 2 Sciences des Données</a:t>
            </a:r>
            <a:br>
              <a:rPr lang="fr-FR" sz="2200" dirty="0"/>
            </a:br>
            <a:r>
              <a:rPr lang="fr-FR" sz="2200" dirty="0"/>
              <a:t>IDMC - Université de LORRAINE</a:t>
            </a:r>
            <a:r>
              <a:rPr lang="en-US" sz="2200" dirty="0"/>
              <a:t>                                </a:t>
            </a:r>
            <a:r>
              <a:rPr lang="en-US" sz="1800" dirty="0" err="1"/>
              <a:t>Projet</a:t>
            </a:r>
            <a:r>
              <a:rPr lang="en-US" sz="1800" dirty="0"/>
              <a:t> de Machine Learning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4F1745-A55E-4835-88EB-BC637121B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561915"/>
              </p:ext>
            </p:extLst>
          </p:nvPr>
        </p:nvGraphicFramePr>
        <p:xfrm>
          <a:off x="1023257" y="696685"/>
          <a:ext cx="10145486" cy="5508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899" y="392761"/>
            <a:ext cx="9905998" cy="1359839"/>
          </a:xfrm>
        </p:spPr>
        <p:txBody>
          <a:bodyPr>
            <a:normAutofit/>
          </a:bodyPr>
          <a:lstStyle/>
          <a:p>
            <a:r>
              <a:rPr lang="fr-FR" sz="4400" dirty="0"/>
              <a:t>Jeu de données : Bank Marketing</a:t>
            </a:r>
            <a:endParaRPr lang="en-US" sz="4400" dirty="0">
              <a:latin typeface="Rockwell" panose="02060603020205020403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2FA989-6B7C-488C-85ED-CB8D01BA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515078"/>
              </p:ext>
            </p:extLst>
          </p:nvPr>
        </p:nvGraphicFramePr>
        <p:xfrm>
          <a:off x="477060" y="1871331"/>
          <a:ext cx="11497225" cy="4485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9289"/>
            <a:ext cx="9905998" cy="1068768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PRÉPARATION &amp; CHOIX DE MODÉLISATION</a:t>
            </a:r>
            <a:endParaRPr lang="en-US" sz="4400" dirty="0">
              <a:latin typeface="Rockwell" panose="02060603020205020403" pitchFamily="18" charset="0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6131D7FB-1559-DAE4-015C-8E510D2D59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8972856"/>
              </p:ext>
            </p:extLst>
          </p:nvPr>
        </p:nvGraphicFramePr>
        <p:xfrm>
          <a:off x="261257" y="-206828"/>
          <a:ext cx="13585372" cy="6662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12591E-BA13-7996-744F-B3DBA1348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337" y="0"/>
            <a:ext cx="9905998" cy="1478570"/>
          </a:xfrm>
        </p:spPr>
        <p:txBody>
          <a:bodyPr/>
          <a:lstStyle/>
          <a:p>
            <a:r>
              <a:rPr lang="fr-FR" dirty="0"/>
              <a:t>Déséquilibre de la variable cible</a:t>
            </a:r>
            <a:endParaRPr lang="en-US" dirty="0"/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90A5DB5B-B0E0-54C3-1B2B-641639B46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5650" y="1578428"/>
            <a:ext cx="5923607" cy="4159279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C5318988-EAF4-EDC0-DE5D-FADFACC814E7}"/>
              </a:ext>
            </a:extLst>
          </p:cNvPr>
          <p:cNvSpPr txBox="1"/>
          <p:nvPr/>
        </p:nvSpPr>
        <p:spPr>
          <a:xfrm>
            <a:off x="7532913" y="2492830"/>
            <a:ext cx="386442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Classe “no” : </a:t>
            </a:r>
            <a:r>
              <a:rPr lang="en-US" sz="3200" b="1" dirty="0"/>
              <a:t>88.7%</a:t>
            </a:r>
            <a:r>
              <a:rPr lang="en-US" sz="3200" dirty="0"/>
              <a:t> </a:t>
            </a:r>
          </a:p>
          <a:p>
            <a:r>
              <a:rPr lang="en-US" sz="3200" dirty="0"/>
              <a:t>Classe “yes” : </a:t>
            </a:r>
            <a:r>
              <a:rPr lang="en-US" sz="3200" b="1" dirty="0"/>
              <a:t>11.3%</a:t>
            </a:r>
            <a:r>
              <a:rPr lang="en-US" sz="3200" dirty="0"/>
              <a:t> </a:t>
            </a:r>
          </a:p>
          <a:p>
            <a:endParaRPr lang="en-US" sz="3200" b="1" dirty="0"/>
          </a:p>
          <a:p>
            <a:r>
              <a:rPr lang="en-US" sz="3200" b="1" dirty="0"/>
              <a:t>Dataset </a:t>
            </a:r>
            <a:r>
              <a:rPr lang="en-US" sz="3200" b="1" dirty="0" err="1"/>
              <a:t>déséquilibré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73874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D492B4-C259-0707-AF51-86C6BB4FC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320" y="117775"/>
            <a:ext cx="9755187" cy="916368"/>
          </a:xfrm>
        </p:spPr>
        <p:txBody>
          <a:bodyPr/>
          <a:lstStyle/>
          <a:p>
            <a:r>
              <a:rPr lang="en-US" dirty="0"/>
              <a:t>ANALYSE EXPLORATOIRE (EDA)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7D82EE8-5316-C1A2-D6B4-EF82EACB6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9177" y="1240973"/>
            <a:ext cx="5438580" cy="3441328"/>
          </a:xfrm>
          <a:prstGeom prst="rect">
            <a:avLst/>
          </a:prstGeom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72CA21E-7FB3-4DCA-B06D-83937F615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168177"/>
              </p:ext>
            </p:extLst>
          </p:nvPr>
        </p:nvGraphicFramePr>
        <p:xfrm>
          <a:off x="6444343" y="1240972"/>
          <a:ext cx="5094512" cy="342900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273628">
                  <a:extLst>
                    <a:ext uri="{9D8B030D-6E8A-4147-A177-3AD203B41FA5}">
                      <a16:colId xmlns:a16="http://schemas.microsoft.com/office/drawing/2014/main" val="3947475366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3931648855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3743448690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2831463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fr-FR" dirty="0"/>
                        <a:t>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Moyenne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Médiane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Max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12114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fr-FR" dirty="0"/>
                        <a:t>Age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59791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fr-FR" dirty="0"/>
                        <a:t>Campaign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41084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fr-FR" dirty="0" err="1"/>
                        <a:t>pdays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962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999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50299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fr-FR" dirty="0" err="1"/>
                        <a:t>previous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105166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17F8123C-1775-AD5F-080D-9E84F05801F2}"/>
              </a:ext>
            </a:extLst>
          </p:cNvPr>
          <p:cNvSpPr txBox="1"/>
          <p:nvPr/>
        </p:nvSpPr>
        <p:spPr>
          <a:xfrm>
            <a:off x="2990849" y="5225532"/>
            <a:ext cx="63599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Aucune variable seule n’est discriminante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99114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EE246A-3774-15D4-68F7-1B8643105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814" y="-30328"/>
            <a:ext cx="9905998" cy="1166739"/>
          </a:xfrm>
        </p:spPr>
        <p:txBody>
          <a:bodyPr/>
          <a:lstStyle/>
          <a:p>
            <a:r>
              <a:rPr lang="en-US" dirty="0"/>
              <a:t>CORRÉLATIONS &amp; MULTICOLINÉARITÉ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FA20906-67D7-7551-4E86-273B79DFB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2371" y="976530"/>
            <a:ext cx="6346371" cy="5526455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555E6FA7-9A2F-662D-C4B8-A89013389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4943" y="2392922"/>
            <a:ext cx="48768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 err="1">
                <a:latin typeface="Arial" panose="020B0604020202020204" pitchFamily="34" charset="0"/>
              </a:rPr>
              <a:t>Corrélations</a:t>
            </a:r>
            <a:r>
              <a:rPr lang="en-US" altLang="en-US" sz="2800" dirty="0">
                <a:latin typeface="Arial" panose="020B0604020202020204" pitchFamily="34" charset="0"/>
              </a:rPr>
              <a:t> fortes entre variables macro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Arial" panose="020B0604020202020204" pitchFamily="34" charset="0"/>
              </a:rPr>
              <a:t>Risque de </a:t>
            </a:r>
            <a:r>
              <a:rPr lang="en-US" altLang="en-US" sz="2800" dirty="0" err="1">
                <a:latin typeface="Arial" panose="020B0604020202020204" pitchFamily="34" charset="0"/>
              </a:rPr>
              <a:t>multicolinéarité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Arial" panose="020B0604020202020204" pitchFamily="34" charset="0"/>
              </a:rPr>
              <a:t>Coefficients </a:t>
            </a:r>
            <a:r>
              <a:rPr lang="en-US" altLang="en-US" sz="2800" dirty="0" err="1">
                <a:latin typeface="Arial" panose="020B0604020202020204" pitchFamily="34" charset="0"/>
              </a:rPr>
              <a:t>instables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 err="1">
                <a:latin typeface="Arial" panose="020B0604020202020204" pitchFamily="34" charset="0"/>
              </a:rPr>
              <a:t>Régularisation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126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E0148-B4A6-9511-B674-A4D4E91E7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A74ED-07A1-8600-D36C-C35620463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012371"/>
          </a:xfrm>
        </p:spPr>
        <p:txBody>
          <a:bodyPr>
            <a:normAutofit/>
          </a:bodyPr>
          <a:lstStyle/>
          <a:p>
            <a:r>
              <a:rPr lang="en-US" sz="4400" dirty="0"/>
              <a:t>CHOIX DES MODÈLES</a:t>
            </a:r>
            <a:endParaRPr lang="en-US" sz="4400" dirty="0">
              <a:latin typeface="Rockwell" panose="020606030202050204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Espace réservé du contenu 3">
                <a:extLst>
                  <a:ext uri="{FF2B5EF4-FFF2-40B4-BE49-F238E27FC236}">
                    <a16:creationId xmlns:a16="http://schemas.microsoft.com/office/drawing/2014/main" id="{CA5DAA3E-0213-9FCB-98E9-B0B3356264F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72022876"/>
                  </p:ext>
                </p:extLst>
              </p:nvPr>
            </p:nvGraphicFramePr>
            <p:xfrm>
              <a:off x="1207697" y="842741"/>
              <a:ext cx="9841301" cy="488519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>
          <p:graphicFrame>
            <p:nvGraphicFramePr>
              <p:cNvPr id="4" name="Espace réservé du contenu 3">
                <a:extLst>
                  <a:ext uri="{FF2B5EF4-FFF2-40B4-BE49-F238E27FC236}">
                    <a16:creationId xmlns:a16="http://schemas.microsoft.com/office/drawing/2014/main" id="{CA5DAA3E-0213-9FCB-98E9-B0B3356264F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72022876"/>
                  </p:ext>
                </p:extLst>
              </p:nvPr>
            </p:nvGraphicFramePr>
            <p:xfrm>
              <a:off x="1207697" y="842741"/>
              <a:ext cx="9841301" cy="488519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4" r:qs="rId5" r:cs="rId6"/>
              </a:graphicData>
            </a:graphic>
          </p:graphicFrame>
        </mc:Fallback>
      </mc:AlternateContent>
      <p:sp>
        <p:nvSpPr>
          <p:cNvPr id="5" name="ZoneTexte 4">
            <a:extLst>
              <a:ext uri="{FF2B5EF4-FFF2-40B4-BE49-F238E27FC236}">
                <a16:creationId xmlns:a16="http://schemas.microsoft.com/office/drawing/2014/main" id="{7D7133FE-83CA-AF9E-7414-36F215748AED}"/>
              </a:ext>
            </a:extLst>
          </p:cNvPr>
          <p:cNvSpPr txBox="1"/>
          <p:nvPr/>
        </p:nvSpPr>
        <p:spPr>
          <a:xfrm>
            <a:off x="5388429" y="5584371"/>
            <a:ext cx="62810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/>
              <a:t>Comparaison</a:t>
            </a:r>
            <a:r>
              <a:rPr lang="en-US" sz="2200" dirty="0"/>
              <a:t> : </a:t>
            </a:r>
            <a:r>
              <a:rPr lang="en-US" sz="2200" dirty="0" err="1"/>
              <a:t>interprétabilité</a:t>
            </a:r>
            <a:r>
              <a:rPr lang="en-US" sz="2200" dirty="0"/>
              <a:t> vs performance</a:t>
            </a:r>
          </a:p>
        </p:txBody>
      </p:sp>
      <p:pic>
        <p:nvPicPr>
          <p:cNvPr id="6148" name="Picture 4" descr="Croix rouge isolée : image vectorielle de stock (libre de droits) 659801392  | Shutterstock">
            <a:extLst>
              <a:ext uri="{FF2B5EF4-FFF2-40B4-BE49-F238E27FC236}">
                <a16:creationId xmlns:a16="http://schemas.microsoft.com/office/drawing/2014/main" id="{14578479-B89F-F40F-7195-974BCE379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073" y="4501727"/>
            <a:ext cx="292652" cy="31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689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405" y="153360"/>
            <a:ext cx="9783078" cy="861939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PIPELINE &amp; APPRENTISSAGE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0587" y="6105071"/>
            <a:ext cx="5023757" cy="515410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US" sz="2400" dirty="0"/>
              <a:t>L(</a:t>
            </a:r>
            <a:r>
              <a:rPr lang="en-US" sz="2400" dirty="0" err="1"/>
              <a:t>y,p</a:t>
            </a:r>
            <a:r>
              <a:rPr lang="en-US" sz="2400" dirty="0"/>
              <a:t>)=−</a:t>
            </a:r>
            <a:r>
              <a:rPr lang="en-US" sz="2400" dirty="0" err="1"/>
              <a:t>ylog</a:t>
            </a:r>
            <a:r>
              <a:rPr lang="en-US" sz="2400" dirty="0"/>
              <a:t>(p)−(1−y)log(1−p)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1D17C19-E111-7430-158D-D60F04FD49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920187" y="1066800"/>
            <a:ext cx="7724558" cy="3798153"/>
          </a:xfrm>
          <a:prstGeom prst="rect">
            <a:avLst/>
          </a:prstGeom>
        </p:spPr>
      </p:pic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F80076B1-8EED-7976-74A7-C420AD5F2C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1148814"/>
              </p:ext>
            </p:extLst>
          </p:nvPr>
        </p:nvGraphicFramePr>
        <p:xfrm>
          <a:off x="195944" y="1839686"/>
          <a:ext cx="1981199" cy="21118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A9CBC1CB-C2A4-A633-8EEF-F5D45C7DEE4E}"/>
              </a:ext>
            </a:extLst>
          </p:cNvPr>
          <p:cNvSpPr txBox="1"/>
          <p:nvPr/>
        </p:nvSpPr>
        <p:spPr>
          <a:xfrm>
            <a:off x="115377" y="2474139"/>
            <a:ext cx="1885378" cy="139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b="1" dirty="0"/>
              <a:t>Données</a:t>
            </a:r>
            <a:endParaRPr lang="fr-FR" sz="2200" dirty="0"/>
          </a:p>
          <a:p>
            <a:r>
              <a:rPr lang="fr-FR" sz="2200" dirty="0"/>
              <a:t>Split train/test stratifié</a:t>
            </a:r>
          </a:p>
          <a:p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CF2A0E-CDCC-D51D-A562-A332C7C7E2C0}"/>
              </a:ext>
            </a:extLst>
          </p:cNvPr>
          <p:cNvSpPr txBox="1"/>
          <p:nvPr/>
        </p:nvSpPr>
        <p:spPr>
          <a:xfrm>
            <a:off x="2048664" y="4864953"/>
            <a:ext cx="74676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200" b="1" dirty="0"/>
              <a:t>Prétraitement</a:t>
            </a:r>
            <a:endParaRPr lang="fr-FR" sz="22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200" dirty="0"/>
              <a:t>Numériques : médiane + standardisation 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200" dirty="0"/>
              <a:t>Catégorielles : mode + </a:t>
            </a:r>
            <a:r>
              <a:rPr lang="fr-FR" sz="2200" dirty="0" err="1"/>
              <a:t>one-hot</a:t>
            </a:r>
            <a:r>
              <a:rPr lang="fr-FR" sz="2200" dirty="0"/>
              <a:t> </a:t>
            </a:r>
            <a:r>
              <a:rPr lang="fr-FR" sz="2200" dirty="0" err="1"/>
              <a:t>encoding</a:t>
            </a:r>
            <a:endParaRPr lang="fr-FR" sz="2200" dirty="0"/>
          </a:p>
          <a:p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55E68BF-CFE0-C32F-32F8-8DC431A1FEF7}"/>
              </a:ext>
            </a:extLst>
          </p:cNvPr>
          <p:cNvSpPr txBox="1"/>
          <p:nvPr/>
        </p:nvSpPr>
        <p:spPr>
          <a:xfrm>
            <a:off x="9873344" y="1828801"/>
            <a:ext cx="254725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b="1" dirty="0"/>
              <a:t>Apprentissage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/>
              <a:t>Régression logistique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/>
              <a:t>Maximum de vraisemblance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/>
              <a:t>Entropie croisée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234C51-D52F-6D80-7617-D9DC31D86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4073"/>
            <a:ext cx="9905998" cy="763968"/>
          </a:xfrm>
        </p:spPr>
        <p:txBody>
          <a:bodyPr/>
          <a:lstStyle/>
          <a:p>
            <a:pPr algn="ctr"/>
            <a:r>
              <a:rPr lang="en-US" dirty="0" err="1"/>
              <a:t>Régression</a:t>
            </a:r>
            <a:r>
              <a:rPr lang="en-US" dirty="0"/>
              <a:t> </a:t>
            </a:r>
            <a:r>
              <a:rPr lang="en-US" dirty="0" err="1"/>
              <a:t>Logistique</a:t>
            </a:r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37EB1AC-313B-D2CC-0488-D334393666E7}"/>
              </a:ext>
            </a:extLst>
          </p:cNvPr>
          <p:cNvSpPr txBox="1"/>
          <p:nvPr/>
        </p:nvSpPr>
        <p:spPr>
          <a:xfrm>
            <a:off x="6315579" y="1039454"/>
            <a:ext cx="52232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800" dirty="0"/>
              <a:t>Modèle </a:t>
            </a:r>
            <a:r>
              <a:rPr lang="en-US" sz="2800" dirty="0" err="1"/>
              <a:t>linéaire</a:t>
            </a:r>
            <a:r>
              <a:rPr lang="en-US" sz="2800" dirty="0"/>
              <a:t> </a:t>
            </a:r>
            <a:r>
              <a:rPr lang="en-US" sz="2800" dirty="0" err="1"/>
              <a:t>probabiliste</a:t>
            </a: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Bon AUC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Recall </a:t>
            </a:r>
            <a:r>
              <a:rPr lang="en-US" sz="2800" dirty="0" err="1"/>
              <a:t>faible</a:t>
            </a:r>
            <a:r>
              <a:rPr lang="en-US" sz="2800" dirty="0"/>
              <a:t> (sans </a:t>
            </a:r>
            <a:r>
              <a:rPr lang="en-US" sz="2800" dirty="0" err="1"/>
              <a:t>pondération</a:t>
            </a:r>
            <a:r>
              <a:rPr lang="en-US" sz="28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err="1"/>
              <a:t>Amélioration</a:t>
            </a:r>
            <a:r>
              <a:rPr lang="en-US" sz="2800" dirty="0"/>
              <a:t> avec </a:t>
            </a:r>
            <a:r>
              <a:rPr lang="en-US" sz="2800" dirty="0" err="1"/>
              <a:t>pondération</a:t>
            </a:r>
            <a:endParaRPr lang="en-US" sz="2800" dirty="0"/>
          </a:p>
        </p:txBody>
      </p:sp>
      <p:pic>
        <p:nvPicPr>
          <p:cNvPr id="17" name="Espace réservé du contenu 16">
            <a:extLst>
              <a:ext uri="{FF2B5EF4-FFF2-40B4-BE49-F238E27FC236}">
                <a16:creationId xmlns:a16="http://schemas.microsoft.com/office/drawing/2014/main" id="{707B031A-D92D-F94F-182C-A8D866AFF1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000" y="1159579"/>
            <a:ext cx="4973493" cy="4370364"/>
          </a:xfrm>
          <a:prstGeom prst="rect">
            <a:avLst/>
          </a:prstGeom>
        </p:spPr>
      </p:pic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1A3C7A00-EB87-B577-EF6A-C48746342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416257"/>
              </p:ext>
            </p:extLst>
          </p:nvPr>
        </p:nvGraphicFramePr>
        <p:xfrm>
          <a:off x="6315578" y="3098074"/>
          <a:ext cx="5223278" cy="22250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611639">
                  <a:extLst>
                    <a:ext uri="{9D8B030D-6E8A-4147-A177-3AD203B41FA5}">
                      <a16:colId xmlns:a16="http://schemas.microsoft.com/office/drawing/2014/main" val="1711583383"/>
                    </a:ext>
                  </a:extLst>
                </a:gridCol>
                <a:gridCol w="2611639">
                  <a:extLst>
                    <a:ext uri="{9D8B030D-6E8A-4147-A177-3AD203B41FA5}">
                      <a16:colId xmlns:a16="http://schemas.microsoft.com/office/drawing/2014/main" val="3286878611"/>
                    </a:ext>
                  </a:extLst>
                </a:gridCol>
              </a:tblGrid>
              <a:tr h="2067314">
                <a:tc>
                  <a:txBody>
                    <a:bodyPr/>
                    <a:lstStyle/>
                    <a:p>
                      <a:r>
                        <a:rPr lang="en-US" sz="2000" b="1" u="none" strike="noStrike" kern="1200" baseline="0" dirty="0" err="1">
                          <a:solidFill>
                            <a:schemeClr val="lt1"/>
                          </a:solidFill>
                        </a:rPr>
                        <a:t>Modèle</a:t>
                      </a:r>
                      <a:r>
                        <a:rPr lang="en-US" sz="2000" b="1" u="none" strike="noStrike" kern="1200" baseline="0" dirty="0">
                          <a:solidFill>
                            <a:schemeClr val="lt1"/>
                          </a:solidFill>
                        </a:rPr>
                        <a:t> standard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b="1" u="none" strike="noStrike" kern="1200" baseline="0" dirty="0">
                          <a:solidFill>
                            <a:schemeClr val="lt1"/>
                          </a:solidFill>
                        </a:rPr>
                        <a:t>Accuracy : 0.898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b="1" u="none" strike="noStrike" kern="1200" baseline="0" dirty="0">
                          <a:solidFill>
                            <a:schemeClr val="lt1"/>
                          </a:solidFill>
                        </a:rPr>
                        <a:t>Precision : 0.651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b="1" u="none" strike="noStrike" kern="1200" baseline="0" dirty="0">
                          <a:solidFill>
                            <a:schemeClr val="lt1"/>
                          </a:solidFill>
                        </a:rPr>
                        <a:t>Recall : 0.209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b="1" u="none" strike="noStrike" kern="1200" baseline="0" dirty="0">
                          <a:solidFill>
                            <a:schemeClr val="lt1"/>
                          </a:solidFill>
                        </a:rPr>
                        <a:t>F1 : 0.316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000" b="1" u="none" strike="noStrike" kern="1200" baseline="0" dirty="0">
                          <a:solidFill>
                            <a:schemeClr val="lt1"/>
                          </a:solidFill>
                        </a:rPr>
                        <a:t>ROC-AUC : 0.8004 </a:t>
                      </a:r>
                    </a:p>
                  </a:txBody>
                  <a:tcP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Modèle pondéré</a:t>
                      </a:r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fr-FR" sz="20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  <a:r>
                        <a:rPr lang="fr-FR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0.830</a:t>
                      </a:r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fr-FR" sz="20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  <a:r>
                        <a:rPr lang="fr-FR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0.359</a:t>
                      </a:r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fr-FR" sz="20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Recall</a:t>
                      </a:r>
                      <a:r>
                        <a:rPr lang="fr-FR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0.645</a:t>
                      </a:r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fr-FR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 : 0.462</a:t>
                      </a:r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fr-FR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ROC-AUC : 0.800</a:t>
                      </a:r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000" dirty="0"/>
                    </a:p>
                  </a:txBody>
                  <a:tcPr>
                    <a:solidFill>
                      <a:srgbClr val="0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675473"/>
                  </a:ext>
                </a:extLst>
              </a:tr>
            </a:tbl>
          </a:graphicData>
        </a:graphic>
      </p:graphicFrame>
      <p:sp>
        <p:nvSpPr>
          <p:cNvPr id="21" name="ZoneTexte 20">
            <a:extLst>
              <a:ext uri="{FF2B5EF4-FFF2-40B4-BE49-F238E27FC236}">
                <a16:creationId xmlns:a16="http://schemas.microsoft.com/office/drawing/2014/main" id="{234B57F8-23BA-B8E4-0A42-C071DFE26253}"/>
              </a:ext>
            </a:extLst>
          </p:cNvPr>
          <p:cNvSpPr txBox="1"/>
          <p:nvPr/>
        </p:nvSpPr>
        <p:spPr>
          <a:xfrm>
            <a:off x="3264857" y="6031468"/>
            <a:ext cx="6101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➡️ </a:t>
            </a:r>
            <a:r>
              <a:rPr lang="fr-FR" sz="2400" b="1" dirty="0"/>
              <a:t>Améliore la détection de la classe positive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23557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731E6-17B8-3F02-734F-A22A53473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E787A-1B36-1372-2360-513D87CD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4073"/>
            <a:ext cx="9905998" cy="763968"/>
          </a:xfrm>
        </p:spPr>
        <p:txBody>
          <a:bodyPr/>
          <a:lstStyle/>
          <a:p>
            <a:pPr algn="ctr"/>
            <a:r>
              <a:rPr lang="fr-FR" dirty="0"/>
              <a:t>R</a:t>
            </a:r>
            <a:r>
              <a:rPr lang="en-US" dirty="0"/>
              <a:t>ANDOM FOREST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242595-4EE6-586E-5FA1-65A17398D0C9}"/>
              </a:ext>
            </a:extLst>
          </p:cNvPr>
          <p:cNvSpPr txBox="1"/>
          <p:nvPr/>
        </p:nvSpPr>
        <p:spPr>
          <a:xfrm>
            <a:off x="6640286" y="1177690"/>
            <a:ext cx="411479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800" dirty="0"/>
              <a:t>Modèle non </a:t>
            </a:r>
            <a:r>
              <a:rPr lang="en-US" sz="2800" dirty="0" err="1"/>
              <a:t>linéaire</a:t>
            </a:r>
            <a:r>
              <a:rPr lang="en-US" sz="28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Capture interactions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err="1"/>
              <a:t>Meilleure</a:t>
            </a:r>
            <a:r>
              <a:rPr lang="en-US" sz="2800" dirty="0"/>
              <a:t> AUC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Recall plus </a:t>
            </a:r>
            <a:r>
              <a:rPr lang="en-US" sz="2800" dirty="0" err="1"/>
              <a:t>faible</a:t>
            </a:r>
            <a:endParaRPr lang="en-US" sz="2800" dirty="0"/>
          </a:p>
        </p:txBody>
      </p:sp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9A13FB4F-8980-634E-42FC-52133E7E8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59425"/>
              </p:ext>
            </p:extLst>
          </p:nvPr>
        </p:nvGraphicFramePr>
        <p:xfrm>
          <a:off x="6640286" y="3217817"/>
          <a:ext cx="4864810" cy="22250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432405">
                  <a:extLst>
                    <a:ext uri="{9D8B030D-6E8A-4147-A177-3AD203B41FA5}">
                      <a16:colId xmlns:a16="http://schemas.microsoft.com/office/drawing/2014/main" val="1711583383"/>
                    </a:ext>
                  </a:extLst>
                </a:gridCol>
                <a:gridCol w="2432405">
                  <a:extLst>
                    <a:ext uri="{9D8B030D-6E8A-4147-A177-3AD203B41FA5}">
                      <a16:colId xmlns:a16="http://schemas.microsoft.com/office/drawing/2014/main" val="3286878611"/>
                    </a:ext>
                  </a:extLst>
                </a:gridCol>
              </a:tblGrid>
              <a:tr h="2182350">
                <a:tc>
                  <a:txBody>
                    <a:bodyPr/>
                    <a:lstStyle/>
                    <a:p>
                      <a:r>
                        <a:rPr lang="fr-FR" sz="2000" b="1" u="none" strike="noStrike" kern="1200" baseline="0" dirty="0">
                          <a:solidFill>
                            <a:schemeClr val="lt1"/>
                          </a:solidFill>
                        </a:rPr>
                        <a:t>Modèle de base :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fr-FR" sz="2000" b="1" u="none" strike="noStrike" kern="1200" baseline="0" dirty="0" err="1">
                          <a:solidFill>
                            <a:schemeClr val="lt1"/>
                          </a:solidFill>
                        </a:rPr>
                        <a:t>Accuracy</a:t>
                      </a:r>
                      <a:r>
                        <a:rPr lang="fr-FR" sz="2000" b="1" u="none" strike="noStrike" kern="1200" baseline="0" dirty="0">
                          <a:solidFill>
                            <a:schemeClr val="lt1"/>
                          </a:solidFill>
                        </a:rPr>
                        <a:t> : 0.893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fr-FR" sz="2000" b="1" u="none" strike="noStrike" kern="1200" baseline="0" dirty="0" err="1">
                          <a:solidFill>
                            <a:schemeClr val="lt1"/>
                          </a:solidFill>
                        </a:rPr>
                        <a:t>Precision</a:t>
                      </a:r>
                      <a:r>
                        <a:rPr lang="fr-FR" sz="2000" b="1" u="none" strike="noStrike" kern="1200" baseline="0" dirty="0">
                          <a:solidFill>
                            <a:schemeClr val="lt1"/>
                          </a:solidFill>
                        </a:rPr>
                        <a:t> : 0.553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fr-FR" sz="2000" b="1" u="none" strike="noStrike" kern="1200" baseline="0" dirty="0" err="1">
                          <a:solidFill>
                            <a:schemeClr val="lt1"/>
                          </a:solidFill>
                        </a:rPr>
                        <a:t>Recall</a:t>
                      </a:r>
                      <a:r>
                        <a:rPr lang="fr-FR" sz="2000" b="1" u="none" strike="noStrike" kern="1200" baseline="0" dirty="0">
                          <a:solidFill>
                            <a:schemeClr val="lt1"/>
                          </a:solidFill>
                        </a:rPr>
                        <a:t> : 0.287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fr-FR" sz="2000" b="1" u="none" strike="noStrike" kern="1200" baseline="0" dirty="0">
                          <a:solidFill>
                            <a:schemeClr val="lt1"/>
                          </a:solidFill>
                        </a:rPr>
                        <a:t>F1 : 0.378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fr-FR" sz="2000" b="1" u="none" strike="noStrike" kern="1200" baseline="0" dirty="0">
                          <a:solidFill>
                            <a:schemeClr val="lt1"/>
                          </a:solidFill>
                        </a:rPr>
                        <a:t>ROC-AUC : 0.777</a:t>
                      </a:r>
                    </a:p>
                  </a:txBody>
                  <a:tcP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Modèle optimisé</a:t>
                      </a:r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fr-FR" sz="2000" b="1" u="none" strike="noStrike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  <a:r>
                        <a:rPr lang="fr-FR" sz="2000" b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: 0.901</a:t>
                      </a:r>
                      <a:endParaRPr lang="en-US" sz="2000" b="1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fr-FR" sz="2000" b="1" u="none" strike="noStrike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  <a:r>
                        <a:rPr lang="fr-FR" sz="2000" b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: 0.645</a:t>
                      </a:r>
                      <a:endParaRPr lang="en-US" sz="2000" b="1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fr-FR" sz="2000" b="1" u="none" strike="noStrike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Recall</a:t>
                      </a:r>
                      <a:r>
                        <a:rPr lang="fr-FR" sz="2000" b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: 0.261</a:t>
                      </a:r>
                      <a:endParaRPr lang="en-US" sz="2000" b="1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fr-FR" sz="2000" b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F1 : 0.372</a:t>
                      </a:r>
                      <a:endParaRPr lang="en-US" sz="2000" b="1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fr-FR" sz="2000" b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ROC-AUC : 0.813</a:t>
                      </a:r>
                      <a:endParaRPr lang="en-US" sz="2000" b="1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000" dirty="0"/>
                    </a:p>
                  </a:txBody>
                  <a:tcPr>
                    <a:solidFill>
                      <a:srgbClr val="0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675473"/>
                  </a:ext>
                </a:extLst>
              </a:tr>
            </a:tbl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A38E5174-F4B9-8638-AD12-3726CAB14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177690"/>
            <a:ext cx="4864811" cy="426516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0B91868-A65F-D68B-7833-6B28D0999B35}"/>
              </a:ext>
            </a:extLst>
          </p:cNvPr>
          <p:cNvSpPr txBox="1"/>
          <p:nvPr/>
        </p:nvSpPr>
        <p:spPr>
          <a:xfrm>
            <a:off x="2525486" y="5967819"/>
            <a:ext cx="59391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➡️ </a:t>
            </a:r>
            <a:r>
              <a:rPr lang="en-US" sz="2400" b="1" dirty="0" err="1"/>
              <a:t>Meilleure</a:t>
            </a:r>
            <a:r>
              <a:rPr lang="en-US" sz="2400" b="1" dirty="0"/>
              <a:t> discrimination </a:t>
            </a:r>
            <a:r>
              <a:rPr lang="en-US" sz="2400" b="1" dirty="0" err="1"/>
              <a:t>globale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27418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698" y="183090"/>
            <a:ext cx="9406844" cy="742196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COMPARAISON DES MODÈLES</a:t>
            </a:r>
            <a:endParaRPr lang="en-US" sz="4400" dirty="0">
              <a:latin typeface="Rockwell" panose="02060603020205020403" pitchFamily="18" charset="0"/>
            </a:endParaRP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1F75ABF8-887E-BEAC-D12A-2E0D8FA0AA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7835859"/>
              </p:ext>
            </p:extLst>
          </p:nvPr>
        </p:nvGraphicFramePr>
        <p:xfrm>
          <a:off x="1132115" y="906845"/>
          <a:ext cx="9655628" cy="2041403"/>
        </p:xfrm>
        <a:graphic>
          <a:graphicData uri="http://schemas.openxmlformats.org/drawingml/2006/table">
            <a:tbl>
              <a:tblPr firstRow="1" firstCol="1" bandRow="1">
                <a:tableStyleId>{46F890A9-2807-4EBB-B81D-B2AA78EC7F39}</a:tableStyleId>
              </a:tblPr>
              <a:tblGrid>
                <a:gridCol w="2568798">
                  <a:extLst>
                    <a:ext uri="{9D8B030D-6E8A-4147-A177-3AD203B41FA5}">
                      <a16:colId xmlns:a16="http://schemas.microsoft.com/office/drawing/2014/main" val="2756120030"/>
                    </a:ext>
                  </a:extLst>
                </a:gridCol>
                <a:gridCol w="1127201">
                  <a:extLst>
                    <a:ext uri="{9D8B030D-6E8A-4147-A177-3AD203B41FA5}">
                      <a16:colId xmlns:a16="http://schemas.microsoft.com/office/drawing/2014/main" val="3463676798"/>
                    </a:ext>
                  </a:extLst>
                </a:gridCol>
                <a:gridCol w="1366446">
                  <a:extLst>
                    <a:ext uri="{9D8B030D-6E8A-4147-A177-3AD203B41FA5}">
                      <a16:colId xmlns:a16="http://schemas.microsoft.com/office/drawing/2014/main" val="2560977430"/>
                    </a:ext>
                  </a:extLst>
                </a:gridCol>
                <a:gridCol w="1335613">
                  <a:extLst>
                    <a:ext uri="{9D8B030D-6E8A-4147-A177-3AD203B41FA5}">
                      <a16:colId xmlns:a16="http://schemas.microsoft.com/office/drawing/2014/main" val="3131755758"/>
                    </a:ext>
                  </a:extLst>
                </a:gridCol>
                <a:gridCol w="1704291">
                  <a:extLst>
                    <a:ext uri="{9D8B030D-6E8A-4147-A177-3AD203B41FA5}">
                      <a16:colId xmlns:a16="http://schemas.microsoft.com/office/drawing/2014/main" val="1049718438"/>
                    </a:ext>
                  </a:extLst>
                </a:gridCol>
                <a:gridCol w="1553279">
                  <a:extLst>
                    <a:ext uri="{9D8B030D-6E8A-4147-A177-3AD203B41FA5}">
                      <a16:colId xmlns:a16="http://schemas.microsoft.com/office/drawing/2014/main" val="1564663166"/>
                    </a:ext>
                  </a:extLst>
                </a:gridCol>
              </a:tblGrid>
              <a:tr h="5225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Modèle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Accuracy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Precision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 err="1">
                          <a:effectLst/>
                        </a:rPr>
                        <a:t>Recall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</a:rPr>
                        <a:t>F1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ROC-AUC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3373373"/>
                  </a:ext>
                </a:extLst>
              </a:tr>
              <a:tr h="3193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Logistique (base)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0.898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0.651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0.209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</a:rPr>
                        <a:t>0.316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0.800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1423873"/>
                  </a:ext>
                </a:extLst>
              </a:tr>
              <a:tr h="5225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Logistique (pondérée)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0.830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0.359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b="1" kern="100" dirty="0">
                          <a:effectLst/>
                        </a:rPr>
                        <a:t>0.646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</a:rPr>
                        <a:t>0.462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0.800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2320567"/>
                  </a:ext>
                </a:extLst>
              </a:tr>
              <a:tr h="3193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RF (base)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0.894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0.553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0.287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</a:rPr>
                        <a:t>0.378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0.778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39954292"/>
                  </a:ext>
                </a:extLst>
              </a:tr>
              <a:tr h="3193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RF (tuned)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0.901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0.645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0.261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>
                          <a:effectLst/>
                        </a:rPr>
                        <a:t>0.372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b="1" kern="100" dirty="0">
                          <a:effectLst/>
                        </a:rPr>
                        <a:t>0.814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0113983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0CA8C22D-B9B2-37F8-66AC-1A03AE89B42F}"/>
              </a:ext>
            </a:extLst>
          </p:cNvPr>
          <p:cNvSpPr txBox="1"/>
          <p:nvPr/>
        </p:nvSpPr>
        <p:spPr>
          <a:xfrm>
            <a:off x="3045279" y="6285239"/>
            <a:ext cx="6101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➡️ </a:t>
            </a:r>
            <a:r>
              <a:rPr lang="fr-FR" sz="2400" b="1" dirty="0"/>
              <a:t>Pas de modèle universellement meilleur</a:t>
            </a:r>
            <a:endParaRPr lang="en-US" sz="2400" dirty="0"/>
          </a:p>
        </p:txBody>
      </p:sp>
      <p:pic>
        <p:nvPicPr>
          <p:cNvPr id="14" name="Espace réservé du contenu 13">
            <a:extLst>
              <a:ext uri="{FF2B5EF4-FFF2-40B4-BE49-F238E27FC236}">
                <a16:creationId xmlns:a16="http://schemas.microsoft.com/office/drawing/2014/main" id="{A7A7A963-C5A1-6189-333F-FD8E3E5CB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486" y="3106244"/>
            <a:ext cx="3934665" cy="293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649" y="237518"/>
            <a:ext cx="9134701" cy="600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/>
              <a:t>INTERPRÉTATION DES VARIABLES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29DFDBA3-0739-4B68-9513-942610288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637" y="1067457"/>
            <a:ext cx="5828834" cy="327372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3926A26-37CA-45CC-8475-0C6533799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571" y="1067457"/>
            <a:ext cx="5279572" cy="327372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3BAA540-9CF1-C681-F154-E7AA54E083D5}"/>
              </a:ext>
            </a:extLst>
          </p:cNvPr>
          <p:cNvSpPr txBox="1"/>
          <p:nvPr/>
        </p:nvSpPr>
        <p:spPr>
          <a:xfrm>
            <a:off x="2778579" y="4799150"/>
            <a:ext cx="61014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dirty="0"/>
              <a:t>➡️ </a:t>
            </a:r>
            <a:r>
              <a:rPr lang="fr-FR" sz="2400" b="1" dirty="0"/>
              <a:t>Souscription influencée par 3 dimensions :</a:t>
            </a:r>
            <a:endParaRPr lang="fr-FR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 Profil client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 Historique de campagne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 Contexte macroéconomique</a:t>
            </a:r>
          </a:p>
        </p:txBody>
      </p:sp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49" y="193975"/>
            <a:ext cx="9755187" cy="818396"/>
          </a:xfrm>
        </p:spPr>
        <p:txBody>
          <a:bodyPr>
            <a:normAutofit/>
          </a:bodyPr>
          <a:lstStyle/>
          <a:p>
            <a:pPr algn="ctr"/>
            <a:r>
              <a:rPr lang="fr-FR" sz="4400" dirty="0">
                <a:latin typeface="Rockwell" panose="02060603020205020403" pitchFamily="18" charset="0"/>
              </a:rPr>
              <a:t>CONCLUSION</a:t>
            </a:r>
            <a:endParaRPr lang="en-US" sz="4400" dirty="0">
              <a:latin typeface="Rockwell" panose="02060603020205020403" pitchFamily="18" charset="0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DEB43DF-AF59-DA1A-6339-99B6697A99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0212194"/>
              </p:ext>
            </p:extLst>
          </p:nvPr>
        </p:nvGraphicFramePr>
        <p:xfrm>
          <a:off x="1034143" y="1915886"/>
          <a:ext cx="10874828" cy="4475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498A058F-8C4B-70E1-ADBA-4A4424229309}"/>
              </a:ext>
            </a:extLst>
          </p:cNvPr>
          <p:cNvSpPr txBox="1"/>
          <p:nvPr/>
        </p:nvSpPr>
        <p:spPr>
          <a:xfrm>
            <a:off x="3921579" y="1012371"/>
            <a:ext cx="61014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Classification </a:t>
            </a:r>
            <a:r>
              <a:rPr lang="en-US" sz="2800" b="1" dirty="0" err="1"/>
              <a:t>binaire</a:t>
            </a:r>
            <a:r>
              <a:rPr lang="en-US" sz="2800" b="1" dirty="0"/>
              <a:t> </a:t>
            </a:r>
            <a:r>
              <a:rPr lang="en-US" sz="2800" b="1" dirty="0" err="1"/>
              <a:t>déséquilibrée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AE85CF-1B01-B651-886F-0DCCBD873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58204"/>
            <a:ext cx="9905998" cy="1478570"/>
          </a:xfrm>
        </p:spPr>
        <p:txBody>
          <a:bodyPr/>
          <a:lstStyle/>
          <a:p>
            <a:r>
              <a:rPr lang="fr-FR" dirty="0"/>
              <a:t>JE VOUS REMERCIE POUR VOTRE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9638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0cec02e-cefc-4f1e-8a99-bc238cc7b86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2E54985FD68C4F9D62F744B054A632" ma:contentTypeVersion="6" ma:contentTypeDescription="Crée un document." ma:contentTypeScope="" ma:versionID="19f004426aa75ef871287644e461d62c">
  <xsd:schema xmlns:xsd="http://www.w3.org/2001/XMLSchema" xmlns:xs="http://www.w3.org/2001/XMLSchema" xmlns:p="http://schemas.microsoft.com/office/2006/metadata/properties" xmlns:ns3="c0cec02e-cefc-4f1e-8a99-bc238cc7b868" targetNamespace="http://schemas.microsoft.com/office/2006/metadata/properties" ma:root="true" ma:fieldsID="60751e9e91fc8da40ec7d8eb569481d8" ns3:_="">
    <xsd:import namespace="c0cec02e-cefc-4f1e-8a99-bc238cc7b86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ec02e-cefc-4f1e-8a99-bc238cc7b86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purl.org/dc/dcmitype/"/>
    <ds:schemaRef ds:uri="c0cec02e-cefc-4f1e-8a99-bc238cc7b868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73CB51-0D1D-411D-8929-E7C887BCE6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cec02e-cefc-4f1e-8a99-bc238cc7b8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1107</TotalTime>
  <Words>550</Words>
  <Application>Microsoft Office PowerPoint</Application>
  <PresentationFormat>Grand écran</PresentationFormat>
  <Paragraphs>189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Aptos</vt:lpstr>
      <vt:lpstr>Arial</vt:lpstr>
      <vt:lpstr>Calibri</vt:lpstr>
      <vt:lpstr>Rockwell</vt:lpstr>
      <vt:lpstr>Tahoma</vt:lpstr>
      <vt:lpstr>Tw Cen MT</vt:lpstr>
      <vt:lpstr>Wingdings</vt:lpstr>
      <vt:lpstr>Circuit</vt:lpstr>
      <vt:lpstr>Prédiction de la souscription à un dépôt bancaire  Approche de classification supervisée sur le dataset Bank Marketing</vt:lpstr>
      <vt:lpstr>Présentation PowerPoint</vt:lpstr>
      <vt:lpstr>Jeu de données : Bank Marketing</vt:lpstr>
      <vt:lpstr>PRÉPARATION &amp; CHOIX DE MODÉLISATION</vt:lpstr>
      <vt:lpstr>Déséquilibre de la variable cible</vt:lpstr>
      <vt:lpstr>ANALYSE EXPLORATOIRE (EDA)</vt:lpstr>
      <vt:lpstr>CORRÉLATIONS &amp; MULTICOLINÉARITÉ</vt:lpstr>
      <vt:lpstr>CHOIX DES MODÈLES</vt:lpstr>
      <vt:lpstr>PIPELINE &amp; APPRENTISSAGE</vt:lpstr>
      <vt:lpstr>Régression Logistique</vt:lpstr>
      <vt:lpstr>RANDOM FOREST</vt:lpstr>
      <vt:lpstr>COMPARAISON DES MODÈLES</vt:lpstr>
      <vt:lpstr>INTERPRÉTATION DES VARIABLES</vt:lpstr>
      <vt:lpstr>CONCLUSION</vt:lpstr>
      <vt:lpstr>JE VOUS REMERCIE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Khady Badji;Khady DIAGNE</dc:creator>
  <cp:lastModifiedBy>Khady Badji</cp:lastModifiedBy>
  <cp:revision>4</cp:revision>
  <dcterms:created xsi:type="dcterms:W3CDTF">2026-04-10T15:42:26Z</dcterms:created>
  <dcterms:modified xsi:type="dcterms:W3CDTF">2026-04-11T10:10:01Z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0x010100472E54985FD68C4F9D62F744B054A632</vt:lpwstr>
  </property>
</Properties>
</file>